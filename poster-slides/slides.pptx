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28" Type="http://schemas.openxmlformats.org/officeDocument/2006/relationships/presProps" Target="presProps.xml" /><Relationship Id="rId29" Type="http://schemas.openxmlformats.org/officeDocument/2006/relationships/viewProps" Target="viewProps.xml" /><Relationship Id="rId30" Type="http://schemas.openxmlformats.org/officeDocument/2006/relationships/theme" Target="theme/theme1.xml" /><Relationship Id="rId3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Focus on telling a </a:t>
            </a:r>
            <a:r>
              <a:rPr b="1"/>
              <a:t>story</a:t>
            </a:r>
            <a:r>
              <a:rPr/>
              <a:t> and follow APA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UNL Pixel Lab provides student resources, including poster templates and printing.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find it useful to watch this video on creating scientific posters in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8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apastyle.apa.org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hyperlink" Target="templates/36x48_horizontal_poster.pptx" TargetMode="External" /><Relationship Id="rId4" Type="http://schemas.openxmlformats.org/officeDocument/2006/relationships/hyperlink" Target="templates/42x42_square_poster.pptx" TargetMode="External" /><Relationship Id="rId5" Type="http://schemas.openxmlformats.org/officeDocument/2006/relationships/hyperlink" Target="templates/48x36_vertical_poster.pptx" TargetMode="External" /><Relationship Id="rId6" Type="http://schemas.openxmlformats.org/officeDocument/2006/relationships/hyperlink" Target="templates/POSTER_EXAMPLE.pptx" TargetMode="External" /><Relationship Id="rId7" Type="http://schemas.openxmlformats.org/officeDocument/2006/relationships/hyperlink" Target="templates/Using-PowerPoint-Poster-Template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How to Make an APA Style Poster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Final Project Guide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Poster Assignment</a:t>
            </a:r>
          </a:p>
        </p:txBody>
      </p:sp>
      <p:sp>
        <p:nvSpPr>
          <p:cNvPr id="1001" name="card-red" descr="card: Content. IntroductionMethodsResultsDiscussionReferences*"/>
          <p:cNvSpPr/>
          <p:nvPr/>
        </p:nvSpPr>
        <p:spPr>
          <a:xfrm>
            <a:off x="1097280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Content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IntroductionMethodsResultsDiscussionReferences*</a:t>
            </a:r>
          </a:p>
        </p:txBody>
      </p:sp>
      <p:sp>
        <p:nvSpPr>
          <p:cNvPr id="1002" name="card-rail" descr=""/>
          <p:cNvSpPr/>
          <p:nvPr/>
        </p:nvSpPr>
        <p:spPr>
          <a:xfrm>
            <a:off x="1097280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3" name="card-red" descr="card: The Poster. LayoutVisualsColorWhitespaceAesthetics"/>
          <p:cNvSpPr/>
          <p:nvPr/>
        </p:nvSpPr>
        <p:spPr>
          <a:xfrm>
            <a:off x="4459224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The Poster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LayoutVisualsColorWhitespaceAesthetics</a:t>
            </a:r>
          </a:p>
        </p:txBody>
      </p:sp>
      <p:sp>
        <p:nvSpPr>
          <p:cNvPr id="1004" name="card-rail" descr=""/>
          <p:cNvSpPr/>
          <p:nvPr/>
        </p:nvSpPr>
        <p:spPr>
          <a:xfrm>
            <a:off x="4459224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5" name="card-red" descr="card: Tips &amp; Tricks. Use a templateKnow your audienceUSE LESS TEXT!!"/>
          <p:cNvSpPr/>
          <p:nvPr/>
        </p:nvSpPr>
        <p:spPr>
          <a:xfrm>
            <a:off x="7821168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Tips &amp; Tricks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Use a templateKnow your audienceUSE LESS TEXT!!</a:t>
            </a:r>
          </a:p>
        </p:txBody>
      </p:sp>
      <p:sp>
        <p:nvSpPr>
          <p:cNvPr id="1006" name="card-rail" descr=""/>
          <p:cNvSpPr/>
          <p:nvPr/>
        </p:nvSpPr>
        <p:spPr>
          <a:xfrm>
            <a:off x="7821168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Elements of a Poster</a:t>
            </a:r>
          </a:p>
        </p:txBody>
      </p:sp>
      <p:pic>
        <p:nvPicPr>
          <p:cNvPr descr="Diagram labeling the standard sections of an APA-style research poster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628900"/>
            <a:ext cx="34544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labeling the standard sections of an APA-style research poster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Section</a:t>
            </a:r>
          </a:p>
        </p:txBody>
      </p:sp>
      <p:pic>
        <p:nvPicPr>
          <p:cNvPr descr="Close-up of a poster title section showing the title, author names, and university affiliation in a wide banner across the to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92200" y="3136900"/>
            <a:ext cx="99949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of a poster title section showing the title, author names, and university affiliation in a wide banner across the top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pic>
        <p:nvPicPr>
          <p:cNvPr descr="Example of the introduction section of an APA poster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2628900"/>
            <a:ext cx="3200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Overview of </a:t>
            </a:r>
            <a:r>
              <a:rPr b="1"/>
              <a:t>why</a:t>
            </a:r>
            <a:r>
              <a:rPr/>
              <a:t> research was conducted</a:t>
            </a:r>
          </a:p>
          <a:p>
            <a:pPr lvl="0"/>
            <a:r>
              <a:rPr/>
              <a:t>Describe </a:t>
            </a:r>
            <a:r>
              <a:rPr b="1"/>
              <a:t>core</a:t>
            </a:r>
            <a:r>
              <a:rPr/>
              <a:t> theory &amp; background</a:t>
            </a:r>
          </a:p>
          <a:p>
            <a:pPr lvl="1"/>
            <a:r>
              <a:rPr/>
              <a:t>Provide </a:t>
            </a:r>
            <a:r>
              <a:rPr b="1"/>
              <a:t>factual</a:t>
            </a:r>
            <a:r>
              <a:rPr/>
              <a:t> basis for RHs</a:t>
            </a:r>
          </a:p>
          <a:p>
            <a:pPr lvl="1"/>
            <a:r>
              <a:rPr/>
              <a:t>Synthesize &amp; summarize research area</a:t>
            </a:r>
          </a:p>
          <a:p>
            <a:pPr lvl="0"/>
            <a:r>
              <a:rPr/>
              <a:t>Research question(s) ➜ road map for audience!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pic>
        <p:nvPicPr>
          <p:cNvPr descr="Example of the methods section of an APA poster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2628900"/>
            <a:ext cx="32639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Describe </a:t>
            </a:r>
            <a:r>
              <a:rPr b="1"/>
              <a:t>how</a:t>
            </a:r>
            <a:r>
              <a:rPr/>
              <a:t> they studied topic</a:t>
            </a:r>
          </a:p>
          <a:p>
            <a:pPr lvl="0"/>
            <a:r>
              <a:rPr/>
              <a:t>Describe </a:t>
            </a:r>
            <a:r>
              <a:rPr b="1"/>
              <a:t>steps</a:t>
            </a:r>
            <a:r>
              <a:rPr/>
              <a:t> or </a:t>
            </a:r>
            <a:r>
              <a:rPr b="1"/>
              <a:t>processes</a:t>
            </a:r>
          </a:p>
          <a:p>
            <a:pPr lvl="0"/>
            <a:r>
              <a:rPr/>
              <a:t>Include </a:t>
            </a:r>
            <a:r>
              <a:rPr b="1"/>
              <a:t>who</a:t>
            </a:r>
            <a:r>
              <a:rPr/>
              <a:t> was studied and </a:t>
            </a:r>
            <a:r>
              <a:rPr b="1"/>
              <a:t>where</a:t>
            </a:r>
          </a:p>
          <a:p>
            <a:pPr lvl="1"/>
            <a:r>
              <a:rPr/>
              <a:t>Sample size (</a:t>
            </a:r>
            <a:r>
              <a:rPr>
                <a:latin typeface="Courier"/>
              </a:rPr>
              <a:t>n</a:t>
            </a:r>
            <a:r>
              <a:rPr/>
              <a:t>)</a:t>
            </a:r>
          </a:p>
          <a:p>
            <a:pPr lvl="1"/>
            <a:r>
              <a:rPr/>
              <a:t>Demographics  (</a:t>
            </a:r>
            <a:r>
              <a:rPr>
                <a:latin typeface="Courier"/>
              </a:rPr>
              <a:t>M &amp; SD</a:t>
            </a:r>
            <a:r>
              <a:rPr/>
              <a:t> or </a:t>
            </a:r>
            <a:r>
              <a:rPr>
                <a:latin typeface="Courier"/>
              </a:rPr>
              <a:t># &amp; %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</a:p>
        </p:txBody>
      </p:sp>
      <p:pic>
        <p:nvPicPr>
          <p:cNvPr descr="Example of the results section of an APA poster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87600" y="2628900"/>
            <a:ext cx="2298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Show what they found</a:t>
            </a:r>
          </a:p>
          <a:p>
            <a:pPr lvl="0"/>
            <a:r>
              <a:rPr/>
              <a:t>Focus on the </a:t>
            </a:r>
            <a:r>
              <a:rPr b="1"/>
              <a:t>key</a:t>
            </a:r>
            <a:r>
              <a:rPr/>
              <a:t> findings</a:t>
            </a:r>
          </a:p>
          <a:p>
            <a:pPr lvl="1"/>
            <a:r>
              <a:rPr/>
              <a:t>Organize by </a:t>
            </a:r>
            <a:r>
              <a:rPr>
                <a:latin typeface="Courier"/>
              </a:rPr>
              <a:t>RHs</a:t>
            </a:r>
          </a:p>
          <a:p>
            <a:pPr lvl="0"/>
            <a:r>
              <a:rPr/>
              <a:t>Include tables &amp; figures  (</a:t>
            </a:r>
            <a:r>
              <a:rPr>
                <a:latin typeface="Courier"/>
              </a:rPr>
              <a:t>graphs &amp; pictures</a:t>
            </a:r>
            <a:r>
              <a:rPr/>
              <a:t>)</a:t>
            </a:r>
          </a:p>
          <a:p>
            <a:pPr lvl="0"/>
            <a:r>
              <a:rPr/>
              <a:t>Minimize text!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 (continued)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pic>
        <p:nvPicPr>
          <p:cNvPr descr="Example of the discussion section of an APA poster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78100" y="2628900"/>
            <a:ext cx="19431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Explain why results matter</a:t>
            </a:r>
          </a:p>
          <a:p>
            <a:pPr lvl="0"/>
            <a:r>
              <a:rPr/>
              <a:t>Describe real-world implications</a:t>
            </a:r>
          </a:p>
          <a:p>
            <a:pPr lvl="0"/>
            <a:r>
              <a:rPr/>
              <a:t>Generalize based on:</a:t>
            </a:r>
          </a:p>
          <a:p>
            <a:pPr lvl="1"/>
            <a:r>
              <a:rPr/>
              <a:t>sample/population of interest</a:t>
            </a:r>
          </a:p>
          <a:p>
            <a:pPr lvl="1"/>
            <a:r>
              <a:rPr/>
              <a:t>task</a:t>
            </a:r>
          </a:p>
          <a:p>
            <a:pPr lvl="1"/>
            <a:r>
              <a:rPr/>
              <a:t>setting</a:t>
            </a:r>
          </a:p>
          <a:p>
            <a:pPr lvl="0"/>
            <a:r>
              <a:rPr/>
              <a:t>Identify limitations</a:t>
            </a:r>
          </a:p>
          <a:p>
            <a:pPr lvl="0"/>
            <a:r>
              <a:rPr/>
              <a:t>Suggest future directions for research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Make a Poster</a:t>
            </a:r>
          </a:p>
        </p:txBody>
      </p:sp>
      <p:pic>
        <p:nvPicPr>
          <p:cNvPr descr="Vertical UNL-branded poster template provided by the UNL Pixel Lab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2628900"/>
            <a:ext cx="21971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There is no one “correct” way to make a poster, but yours should be:</a:t>
            </a:r>
          </a:p>
          <a:p>
            <a:pPr lvl="1"/>
            <a:r>
              <a:rPr/>
              <a:t>visually appealing</a:t>
            </a:r>
          </a:p>
          <a:p>
            <a:pPr lvl="1"/>
            <a:r>
              <a:rPr/>
              <a:t>proof read</a:t>
            </a:r>
          </a:p>
          <a:p>
            <a:pPr lvl="1"/>
            <a:r>
              <a:rPr/>
              <a:t>logical &amp; organized</a:t>
            </a:r>
          </a:p>
          <a:p>
            <a:pPr lvl="0"/>
            <a:r>
              <a:rPr/>
              <a:t>General advice:</a:t>
            </a:r>
          </a:p>
          <a:p>
            <a:pPr lvl="1"/>
            <a:r>
              <a:rPr/>
              <a:t>Focus on telling a visual </a:t>
            </a:r>
            <a:r>
              <a:rPr>
                <a:latin typeface="Courier"/>
              </a:rPr>
              <a:t>"story"</a:t>
            </a:r>
          </a:p>
          <a:p>
            <a:pPr lvl="1"/>
            <a:r>
              <a:rPr/>
              <a:t>Use minimal text!</a:t>
            </a:r>
          </a:p>
          <a:p>
            <a:pPr lvl="1"/>
            <a:r>
              <a:rPr/>
              <a:t>Make any </a:t>
            </a:r>
            <a:r>
              <a:rPr>
                <a:latin typeface="Courier"/>
              </a:rPr>
              <a:t>figures</a:t>
            </a:r>
            <a:r>
              <a:rPr/>
              <a:t> &amp; </a:t>
            </a:r>
            <a:r>
              <a:rPr>
                <a:latin typeface="Courier"/>
              </a:rPr>
              <a:t>tables</a:t>
            </a:r>
            <a:r>
              <a:rPr/>
              <a:t> readable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Make a Poster (continued)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Poster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APA posters generally include the following: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Title Section</a:t>
            </a:r>
            <a:r>
              <a:rPr/>
              <a:t> — title and author(s)</a:t>
            </a:r>
          </a:p>
          <a:p>
            <a:pPr lvl="0"/>
            <a:r>
              <a:rPr b="1"/>
              <a:t>Introduction</a:t>
            </a:r>
            <a:r>
              <a:rPr/>
              <a:t> — background, purpose, and research question(s)</a:t>
            </a:r>
          </a:p>
          <a:p>
            <a:pPr lvl="0"/>
            <a:r>
              <a:rPr b="1"/>
              <a:t>Method</a:t>
            </a:r>
            <a:r>
              <a:rPr/>
              <a:t> — participants, materials, and procedure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Results</a:t>
            </a:r>
            <a:r>
              <a:rPr/>
              <a:t> — key findings shown with visualizations, minimal text</a:t>
            </a:r>
          </a:p>
          <a:p>
            <a:pPr lvl="0"/>
            <a:r>
              <a:rPr b="1"/>
              <a:t>Discussion</a:t>
            </a:r>
            <a:r>
              <a:rPr/>
              <a:t> — relation to prior literature, limitations, future directions</a:t>
            </a:r>
          </a:p>
          <a:p>
            <a:pPr lvl="0"/>
            <a:r>
              <a:rPr b="1"/>
              <a:t>References/Funding</a:t>
            </a:r>
            <a:r>
              <a:rPr/>
              <a:t> — </a:t>
            </a:r>
            <a:r>
              <a:rPr>
                <a:hlinkClick r:id="rId2"/>
              </a:rPr>
              <a:t>APA 7</a:t>
            </a:r>
            <a:r>
              <a:rPr/>
              <a:t> citations &amp; disclosures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“Making” Your Poster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You can use </a:t>
            </a:r>
            <a:r>
              <a:rPr b="1" i="1"/>
              <a:t>different</a:t>
            </a:r>
            <a:r>
              <a:rPr/>
              <a:t> programs to make your poster</a:t>
            </a:r>
          </a:p>
          <a:p>
            <a:pPr lvl="1"/>
            <a:r>
              <a:rPr/>
              <a:t>But I recommend a slide presentation tool like PowerPoint, Keynote, or Google Slides</a:t>
            </a:r>
          </a:p>
          <a:p>
            <a:pPr lvl="1"/>
            <a:r>
              <a:rPr/>
              <a:t>Use a template!!</a:t>
            </a:r>
          </a:p>
          <a:p>
            <a:pPr lvl="0"/>
            <a:r>
              <a:rPr/>
              <a:t>Save your final poster as a </a:t>
            </a:r>
            <a:r>
              <a:rPr b="1"/>
              <a:t>PDF</a:t>
            </a:r>
            <a:r>
              <a:rPr/>
              <a:t>!!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Poster templates &amp; examples:</a:t>
            </a:r>
          </a:p>
          <a:p>
            <a:pPr lvl="0"/>
            <a:r>
              <a:rPr>
                <a:hlinkClick r:id="rId3"/>
              </a:rPr>
              <a:t>Horizontal 36 × 48 template (PPTX)</a:t>
            </a:r>
          </a:p>
          <a:p>
            <a:pPr lvl="0"/>
            <a:r>
              <a:rPr>
                <a:hlinkClick r:id="rId4"/>
              </a:rPr>
              <a:t>Square 42 × 42 template (PPTX)</a:t>
            </a:r>
          </a:p>
          <a:p>
            <a:pPr lvl="0"/>
            <a:r>
              <a:rPr>
                <a:hlinkClick r:id="rId5"/>
              </a:rPr>
              <a:t>Vertical 48 × 36 template (PPTX)</a:t>
            </a:r>
          </a:p>
          <a:p>
            <a:pPr lvl="0"/>
            <a:r>
              <a:rPr>
                <a:hlinkClick r:id="rId6"/>
              </a:rPr>
              <a:t>Example poster (PPTX)</a:t>
            </a:r>
          </a:p>
          <a:p>
            <a:pPr lvl="0"/>
            <a:r>
              <a:rPr>
                <a:hlinkClick r:id="rId7"/>
              </a:rPr>
              <a:t>Template how-to guide (PDF)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Example: Clean Three-Column Layout</a:t>
            </a:r>
          </a:p>
        </p:txBody>
      </p:sp>
      <p:pic>
        <p:nvPicPr>
          <p:cNvPr descr="Example APA poster with a clean, well-organized three-column layout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65600" y="2628900"/>
            <a:ext cx="38481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APA poster with a clean, well-organized three-column layout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Example: Vertical Layout</a:t>
            </a:r>
          </a:p>
        </p:txBody>
      </p:sp>
      <p:pic>
        <p:nvPicPr>
          <p:cNvPr descr="Example APA poster using a single-column vertical layout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628900"/>
            <a:ext cx="19431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APA poster using a single-column vertical layout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Example: Experiment Poster</a:t>
            </a:r>
          </a:p>
        </p:txBody>
      </p:sp>
      <p:pic>
        <p:nvPicPr>
          <p:cNvPr descr="Example APA poster reporting an experiment, with balanced text and figure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628900"/>
            <a:ext cx="34544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APA poster reporting an experiment, with balanced text and figures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Example: Study Poster</a:t>
            </a:r>
          </a:p>
        </p:txBody>
      </p:sp>
      <p:pic>
        <p:nvPicPr>
          <p:cNvPr descr="Example APA poster reporting a study, with clear section organization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628900"/>
            <a:ext cx="34417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APA poster reporting a study, with clear section organization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A Few with Too Much Text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Avoid: Wall of Text</a:t>
            </a:r>
          </a:p>
        </p:txBody>
      </p:sp>
      <p:pic>
        <p:nvPicPr>
          <p:cNvPr descr="Example of a text-heavy poster with dense paragraphs that are hard to read from a distanc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628900"/>
            <a:ext cx="34417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a text-heavy poster with dense paragraphs that are hard to read from a distance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Avoid: Too Much Text</a:t>
            </a:r>
          </a:p>
        </p:txBody>
      </p:sp>
      <p:pic>
        <p:nvPicPr>
          <p:cNvPr descr="Example of a poster with overcrowded text sections and little whitespac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6100" y="2628900"/>
            <a:ext cx="34544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a poster with overcrowded text sections and little whitespace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Avoid: Dense Sections</a:t>
            </a:r>
          </a:p>
        </p:txBody>
      </p:sp>
      <p:pic>
        <p:nvPicPr>
          <p:cNvPr descr="Example of a poster where long blocks of text overwhelm the figure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52900" y="2628900"/>
            <a:ext cx="386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a poster where long blocks of text overwhelm the figures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Avoid: Cluttered Design</a:t>
            </a:r>
          </a:p>
        </p:txBody>
      </p:sp>
      <p:pic>
        <p:nvPicPr>
          <p:cNvPr descr="Example of a poorly designed poster with a cluttered layout and competing visual element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45000" y="2628900"/>
            <a:ext cx="33020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a poorly designed poster with a cluttered layout and competing visual elements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Be Creative &amp; Have Some Fun!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Make an APA Style Poster</dc:title>
  <dc:creator/>
  <cp:keywords/>
  <dcterms:created xsi:type="dcterms:W3CDTF">2026-08-13T23:52:20Z</dcterms:created>
  <dcterms:modified xsi:type="dcterms:W3CDTF">2026-08-13T23:52:20Z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biblio-config">
    <vt:lpwstr>True</vt:lpwstr>
  </property>
  <property fmtid="{D5CDD505-2E9C-101B-9397-08002B2CF9AE}" pid="4" name="engines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nebraska-pptx">
    <vt:lpwstr/>
  </property>
  <property fmtid="{D5CDD505-2E9C-101B-9397-08002B2CF9AE}" pid="11" name="revealjs-plugins">
    <vt:lpwstr/>
  </property>
  <property fmtid="{D5CDD505-2E9C-101B-9397-08002B2CF9AE}" pid="12" name="subtitle">
    <vt:lpwstr>Final Project Guide</vt:lpwstr>
  </property>
  <property fmtid="{D5CDD505-2E9C-101B-9397-08002B2CF9AE}" pid="13" name="toc-title">
    <vt:lpwstr>Table of contents</vt:lpwstr>
  </property>
</Properties>
</file>