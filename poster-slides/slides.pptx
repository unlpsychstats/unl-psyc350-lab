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25" Type="http://schemas.openxmlformats.org/officeDocument/2006/relationships/presProps" Target="presProps.xml" /><Relationship Id="rId26" Type="http://schemas.openxmlformats.org/officeDocument/2006/relationships/viewProps" Target="viewProps.xml" /><Relationship Id="rId27" Type="http://schemas.openxmlformats.org/officeDocument/2006/relationships/theme" Target="theme/theme1.xml" /><Relationship Id="rId28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
<Relationships xmlns="http://schemas.openxmlformats.org/package/2006/relationships">
  <Relationship Id="rId2" Type="http://schemas.openxmlformats.org/officeDocument/2006/relationships/slide" Target="../slides/slide9.xml"/>
  <Relationship Id="rId1" Type="http://schemas.openxmlformats.org/officeDocument/2006/relationships/notesMaster" Target="../notesMasters/notesMaster1.xml"/>
  <Relationship Id="rId3" Type="http://schemas.openxmlformats.org/officeDocument/2006/relationships/hyperlink" Target="https://cehs.unl.edu/cehs/pixel-lab/" TargetMode="External"/>
</Relationships>
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
<Relationships xmlns="http://schemas.openxmlformats.org/package/2006/relationships">
  <Relationship Id="rId2" Type="http://schemas.openxmlformats.org/officeDocument/2006/relationships/slide" Target="../slides/slide11.xml"/>
  <Relationship Id="rId1" Type="http://schemas.openxmlformats.org/officeDocument/2006/relationships/notesMaster" Target="../notesMasters/notesMaster1.xml"/>
  <Relationship Id="rId3" Type="http://schemas.openxmlformats.org/officeDocument/2006/relationships/hyperlink" Target="https://www.youtube.com/watch?v=_WnhoIbfcoM" TargetMode="External"/>
</Relationships>
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three goals for this guide: choose concise content, organize it visually, and use the supplied templates rather than starting from a blank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diagram to show the audience’s reading path. The title establishes the question; the center of the poster carries the evidence; the discussion closes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title should state the study clearly and remain readable from several feet away. Include all authors and the institutional affiliation without crowding the banner.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introduction should move quickly from the research problem to the current hypotheses. Replace literature-review paragraphs with short, connected claims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only the method details needed to understand or reproduce the study. Diagrams, timelines, and labeled measures usually communicate the procedure better than prose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Focus on telling a </a:t>
            </a:r>
            <a:r>
              <a:rPr b="1"/>
              <a:t>story</a:t>
            </a:r>
            <a:r>
              <a:rPr/>
              <a:t> and follow APA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discussion should answer the research questions, connect findings to prior work, qualify conclusions, and identify a specific next study. Keep the visual hierarchy consistent with the results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The UNL Pixel Lab provides student resources, including poster templates and printing.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as a final content inventory. Students may adapt the section labels, but every claim, method, result, and disclosure still needs a clear home on the poster.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You may find it useful to watch this video on creating scientific posters in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next posters as design examples rather than text to read line by line. Ask students to notice hierarchy, whitespace, alignment, and the balance of prose with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 the clear three-column grid, consistent section headers, and dominant results visuals. Ask where the eye goes first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poster to show that orientation can change while the same hierarchy principles remain. The design still needs a predictable reading path and readable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the experimental design and results receive more visual weight than background prose. Students should adapt this balance to their own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identify the repeated alignment lines and section rhythm. A consistent grid makes a dense research story easier to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these as diagnostic examples. The goal is to locate the design failure and name a concrete revision, not to criticize the underlying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wall of text prevents a reader from finding the research question and result quickly. Replace paragraphs with a short claim, one visual, and supporting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how limited whitespace makes every section compete for attention. Remove low-priority prose before shrinking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figures cannot lead because long text blocks dominate the page. Turn each section into one key message supported by a readable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competing colors, alignments, and type sizes. A restrained palette and consistent grid would make the poster easier to navigate.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by encouraging students to make purposeful visual choices. Creativity should strengthen the research story and readability, not compete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apastyle.apa.org/" TargetMode="External" /></Relationships>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unlpsychstats.github.io/UNL-PSYC350-LAB/poster-slides/templates/36x48_horizontal_poster.pptx" TargetMode="External"/>
  <Relationship Id="rId4" Type="http://schemas.openxmlformats.org/officeDocument/2006/relationships/hyperlink" Target="https://unlpsychstats.github.io/UNL-PSYC350-LAB/poster-slides/templates/42x42_square_poster.pptx" TargetMode="External"/>
  <Relationship Id="rId5" Type="http://schemas.openxmlformats.org/officeDocument/2006/relationships/hyperlink" Target="https://unlpsychstats.github.io/UNL-PSYC350-LAB/poster-slides/templates/48x36_vertical_poster.pptx" TargetMode="External"/>
  <Relationship Id="rId6" Type="http://schemas.openxmlformats.org/officeDocument/2006/relationships/hyperlink" Target="https://unlpsychstats.github.io/UNL-PSYC350-LAB/poster-slides/templates/POSTER_EXAMPLE.pptx" TargetMode="External"/>
</Relationships>
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How to Make an APA Style Poster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Final Project Guide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Poster Assignment</a:t>
            </a:r>
          </a:p>
        </p:txBody>
      </p:sp>
      <p:sp>
        <p:nvSpPr>
          <p:cNvPr id="1001" name="card-red" descr="card: Content. • Introduction • Methods • Results • Discussion • References*"/>
          <p:cNvSpPr/>
          <p:nvPr/>
        </p:nvSpPr>
        <p:spPr>
          <a:xfrm>
            <a:off x="1097280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Content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Introduction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Methods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Results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Discussion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References*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red" descr="card: The Poster. • Layout • Visuals • Color • Whitespace • Aesthetics"/>
          <p:cNvSpPr/>
          <p:nvPr/>
        </p:nvSpPr>
        <p:spPr>
          <a:xfrm>
            <a:off x="4477512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The Poster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Layout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Visuals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Color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Whitespace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Aesthetics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4477512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red" descr="card: Tips &amp; Tricks. • Use a template • Know your audience • USE LESS TEXT!!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Tips &amp; Tricks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Use a template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Know your audience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• USE LESS TEXT!!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Elements of a Poster</a:t>
            </a:r>
          </a:p>
        </p:txBody>
      </p:sp>
      <p:pic>
        <p:nvPicPr>
          <p:cNvPr descr="Diagram labeling the standard sections of an APA-style research poster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25900" y="2628900"/>
            <a:ext cx="41275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Section</a:t>
            </a:r>
          </a:p>
        </p:txBody>
      </p:sp>
      <p:pic>
        <p:nvPicPr>
          <p:cNvPr descr="Close-up of a poster title section showing the title, author names, and university affiliation in a wide banner across the top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3390900"/>
            <a:ext cx="99949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pic>
        <p:nvPicPr>
          <p:cNvPr descr="Example of the introduction section of an APA poster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43100" y="2628900"/>
            <a:ext cx="3200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Overview of </a:t>
            </a:r>
            <a:r>
              <a:rPr b="1"/>
              <a:t>why</a:t>
            </a:r>
            <a:r>
              <a:rPr/>
              <a:t> research was conducted</a:t>
            </a:r>
          </a:p>
          <a:p>
            <a:pPr lvl="0"/>
            <a:r>
              <a:rPr/>
              <a:t>Describe </a:t>
            </a:r>
            <a:r>
              <a:rPr b="1"/>
              <a:t>core</a:t>
            </a:r>
            <a:r>
              <a:rPr/>
              <a:t> theory &amp; background</a:t>
            </a:r>
          </a:p>
          <a:p>
            <a:pPr lvl="1"/>
            <a:r>
              <a:rPr/>
              <a:t>Provide </a:t>
            </a:r>
            <a:r>
              <a:rPr b="1"/>
              <a:t>factual</a:t>
            </a:r>
            <a:r>
              <a:rPr/>
              <a:t> basis for RHs</a:t>
            </a:r>
          </a:p>
          <a:p>
            <a:pPr lvl="1"/>
            <a:r>
              <a:rPr/>
              <a:t>Synthesize &amp; summarize research area</a:t>
            </a:r>
          </a:p>
          <a:p>
            <a:pPr lvl="0"/>
            <a:r>
              <a:rPr/>
              <a:t>Research question(s) ➜ road map for audience!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pic>
        <p:nvPicPr>
          <p:cNvPr descr="Example of the methods section of an APA poster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05000" y="2628900"/>
            <a:ext cx="3263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Describe </a:t>
            </a:r>
            <a:r>
              <a:rPr b="1"/>
              <a:t>how</a:t>
            </a:r>
            <a:r>
              <a:rPr/>
              <a:t> they studied topic</a:t>
            </a:r>
          </a:p>
          <a:p>
            <a:pPr lvl="0"/>
            <a:r>
              <a:rPr/>
              <a:t>Describe </a:t>
            </a:r>
            <a:r>
              <a:rPr b="1"/>
              <a:t>steps</a:t>
            </a:r>
            <a:r>
              <a:rPr/>
              <a:t> or </a:t>
            </a:r>
            <a:r>
              <a:rPr b="1"/>
              <a:t>processes</a:t>
            </a:r>
          </a:p>
          <a:p>
            <a:pPr lvl="0"/>
            <a:r>
              <a:rPr/>
              <a:t>Include </a:t>
            </a:r>
            <a:r>
              <a:rPr b="1"/>
              <a:t>who</a:t>
            </a:r>
            <a:r>
              <a:rPr/>
              <a:t> was studied and </a:t>
            </a:r>
            <a:r>
              <a:rPr b="1"/>
              <a:t>where</a:t>
            </a:r>
          </a:p>
          <a:p>
            <a:pPr lvl="1"/>
            <a:r>
              <a:rPr/>
              <a:t>Sample size (</a:t>
            </a:r>
            <a:r>
              <a:rPr>
                <a:latin typeface="Courier"/>
              </a:rPr>
              <a:t>n</a:t>
            </a:r>
            <a:r>
              <a:rPr/>
              <a:t>)</a:t>
            </a:r>
          </a:p>
          <a:p>
            <a:pPr lvl="1"/>
            <a:r>
              <a:rPr/>
              <a:t>Demographics  (</a:t>
            </a:r>
            <a:r>
              <a:rPr>
                <a:latin typeface="Courier"/>
              </a:rPr>
              <a:t>M &amp; SD</a:t>
            </a:r>
            <a:r>
              <a:rPr/>
              <a:t> or </a:t>
            </a:r>
            <a:r>
              <a:rPr>
                <a:latin typeface="Courier"/>
              </a:rPr>
              <a:t># &amp; %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p:pic>
        <p:nvPicPr>
          <p:cNvPr descr="Example of the results section of an APA poster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87600" y="2628900"/>
            <a:ext cx="2298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Show what they found</a:t>
            </a:r>
          </a:p>
          <a:p>
            <a:pPr lvl="0"/>
            <a:r>
              <a:rPr/>
              <a:t>Focus on the </a:t>
            </a:r>
            <a:r>
              <a:rPr b="1"/>
              <a:t>key</a:t>
            </a:r>
            <a:r>
              <a:rPr/>
              <a:t> findings</a:t>
            </a:r>
          </a:p>
          <a:p>
            <a:pPr lvl="1"/>
            <a:r>
              <a:rPr/>
              <a:t>Organize by </a:t>
            </a:r>
            <a:r>
              <a:rPr>
                <a:latin typeface="Courier"/>
              </a:rPr>
              <a:t>RHs</a:t>
            </a:r>
          </a:p>
          <a:p>
            <a:pPr lvl="0"/>
            <a:r>
              <a:rPr/>
              <a:t>Include tables &amp; figures  (</a:t>
            </a:r>
            <a:r>
              <a:rPr>
                <a:latin typeface="Courier"/>
              </a:rPr>
              <a:t>graphs &amp; pictures</a:t>
            </a:r>
            <a:r>
              <a:rPr/>
              <a:t>)</a:t>
            </a:r>
          </a:p>
          <a:p>
            <a:pPr lvl="0"/>
            <a:r>
              <a:rPr/>
              <a:t>Minimize text!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pic>
        <p:nvPicPr>
          <p:cNvPr descr="Example of the discussion section of an APA poster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2628900"/>
            <a:ext cx="19431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Explain why results matter</a:t>
            </a:r>
          </a:p>
          <a:p>
            <a:pPr lvl="0"/>
            <a:r>
              <a:rPr/>
              <a:t>Describe real-world implications</a:t>
            </a:r>
          </a:p>
          <a:p>
            <a:pPr lvl="0"/>
            <a:r>
              <a:rPr/>
              <a:t>Bound conclusions to the sample, task, and setting</a:t>
            </a:r>
          </a:p>
          <a:p>
            <a:pPr lvl="0"/>
            <a:r>
              <a:rPr/>
              <a:t>Identify limitations</a:t>
            </a:r>
          </a:p>
          <a:p>
            <a:pPr lvl="0"/>
            <a:r>
              <a:rPr/>
              <a:t>Suggest future directions for research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Make a Poster</a:t>
            </a:r>
          </a:p>
        </p:txBody>
      </p:sp>
      <p:pic>
        <p:nvPicPr>
          <p:cNvPr descr="Vertical UNL-branded poster template provided by the UNL Pixel Lab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51100" y="2628900"/>
            <a:ext cx="21971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 single design is correct. Make yours:</a:t>
            </a:r>
          </a:p>
          <a:p>
            <a:pPr lvl="1"/>
            <a:r>
              <a:rPr/>
              <a:t>visually appealing</a:t>
            </a:r>
          </a:p>
          <a:p>
            <a:pPr lvl="1"/>
            <a:r>
              <a:rPr/>
              <a:t>proofread</a:t>
            </a:r>
          </a:p>
          <a:p>
            <a:pPr lvl="1"/>
            <a:r>
              <a:rPr/>
              <a:t>logical and organized</a:t>
            </a:r>
          </a:p>
          <a:p>
            <a:pPr lvl="0"/>
            <a:r>
              <a:rPr/>
              <a:t>Tell a visual story.</a:t>
            </a:r>
          </a:p>
          <a:p>
            <a:pPr lvl="0"/>
            <a:r>
              <a:rPr/>
              <a:t>Use minimal text.</a:t>
            </a:r>
          </a:p>
          <a:p>
            <a:pPr lvl="0"/>
            <a:r>
              <a:rPr/>
              <a:t>Keep figures and tables readable.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 APA poster generally includes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Title Section</a:t>
            </a:r>
            <a:r>
              <a:rPr/>
              <a:t> — title and author(s)</a:t>
            </a:r>
          </a:p>
          <a:p>
            <a:pPr lvl="0"/>
            <a:r>
              <a:rPr b="1"/>
              <a:t>Introduction</a:t>
            </a:r>
            <a:r>
              <a:rPr/>
              <a:t> — background, purpose, and research question(s)</a:t>
            </a:r>
          </a:p>
          <a:p>
            <a:pPr lvl="0"/>
            <a:r>
              <a:rPr b="1"/>
              <a:t>Method</a:t>
            </a:r>
            <a:r>
              <a:rPr/>
              <a:t> — participants, materials, and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Results</a:t>
            </a:r>
            <a:r>
              <a:rPr/>
              <a:t> — key findings shown with visualizations, minimal text</a:t>
            </a:r>
          </a:p>
          <a:p>
            <a:pPr lvl="0"/>
            <a:r>
              <a:rPr b="1"/>
              <a:t>Discussion</a:t>
            </a:r>
            <a:r>
              <a:rPr/>
              <a:t> — relation to prior literature, limitations, future directions</a:t>
            </a:r>
          </a:p>
          <a:p>
            <a:pPr lvl="0"/>
            <a:r>
              <a:rPr b="1"/>
              <a:t>References/Funding</a:t>
            </a:r>
            <a:r>
              <a:rPr/>
              <a:t> — </a:t>
            </a:r>
            <a:r>
              <a:rPr>
                <a:hlinkClick r:id="rId3"/>
              </a:rPr>
              <a:t>APA 7</a:t>
            </a:r>
            <a:r>
              <a:rPr/>
              <a:t> citations &amp; disclosures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“Making” Your Poster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PowerPoint, Keynote, or Google Slides.</a:t>
            </a:r>
          </a:p>
          <a:p>
            <a:pPr lvl="0"/>
            <a:r>
              <a:rPr/>
              <a:t>Start from a template.</a:t>
            </a:r>
          </a:p>
          <a:p>
            <a:pPr lvl="0"/>
            <a:r>
              <a:rPr/>
              <a:t>Export the final poster as a </a:t>
            </a:r>
            <a:r>
              <a:rPr b="1"/>
              <a:t>PDF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Poster templates &amp; examples:</a:t>
            </a:r>
          </a:p>
          <a:p>
            <a:pPr lvl="0"/>
            <a:r>
              <a:rPr>
                <a:hlinkClick r:id="rId3"/>
              </a:rPr>
              <a:t>Horizontal 36 × 48 (PPTX)</a:t>
            </a:r>
          </a:p>
          <a:p>
            <a:pPr lvl="0"/>
            <a:r>
              <a:rPr>
                <a:hlinkClick r:id="rId4"/>
              </a:rPr>
              <a:t>Square 42 × 42 (PPTX)</a:t>
            </a:r>
          </a:p>
          <a:p>
            <a:pPr lvl="0"/>
            <a:r>
              <a:rPr>
                <a:hlinkClick r:id="rId5"/>
              </a:rPr>
              <a:t>Vertical 48 × 36 (PPTX)</a:t>
            </a:r>
          </a:p>
          <a:p>
            <a:pPr lvl="0"/>
            <a:r>
              <a:rPr>
                <a:hlinkClick r:id="rId6"/>
              </a:rPr>
              <a:t>Example poster (PPTX)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Clean Three-Column Layout</a:t>
            </a:r>
          </a:p>
        </p:txBody>
      </p:sp>
      <p:pic>
        <p:nvPicPr>
          <p:cNvPr descr="Example APA poster with a clean, well-organized three-column layou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797300" y="2628900"/>
            <a:ext cx="4597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Vertical Layout</a:t>
            </a:r>
          </a:p>
        </p:txBody>
      </p:sp>
      <p:pic>
        <p:nvPicPr>
          <p:cNvPr descr="Example APA poster using a single-column vertical layou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27600" y="2628900"/>
            <a:ext cx="23241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Experiment Poster</a:t>
            </a:r>
          </a:p>
        </p:txBody>
      </p:sp>
      <p:pic>
        <p:nvPicPr>
          <p:cNvPr descr="Example APA poster reporting an experiment, with balanced text and figur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25900" y="2628900"/>
            <a:ext cx="41275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Example: Study Poster</a:t>
            </a:r>
          </a:p>
        </p:txBody>
      </p:sp>
      <p:pic>
        <p:nvPicPr>
          <p:cNvPr descr="Example APA poster reporting a study, with clear section organiza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25900" y="2628900"/>
            <a:ext cx="41275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A Few with Too Much Text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Wall of Text</a:t>
            </a:r>
          </a:p>
        </p:txBody>
      </p:sp>
      <p:pic>
        <p:nvPicPr>
          <p:cNvPr descr="Example of a text-heavy poster with dense paragraphs that are hard to read from a distanc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25900" y="2628900"/>
            <a:ext cx="4114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Too Much Text</a:t>
            </a:r>
          </a:p>
        </p:txBody>
      </p:sp>
      <p:pic>
        <p:nvPicPr>
          <p:cNvPr descr="Example of a poster with overcrowded text sections and little whitespac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25900" y="2628900"/>
            <a:ext cx="4140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Dense Sections</a:t>
            </a:r>
          </a:p>
        </p:txBody>
      </p:sp>
      <p:pic>
        <p:nvPicPr>
          <p:cNvPr descr="Example of a poster where long blocks of text overwhelm the figur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771900" y="2628900"/>
            <a:ext cx="4622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Avoid: Cluttered Design</a:t>
            </a:r>
          </a:p>
        </p:txBody>
      </p:sp>
      <p:pic>
        <p:nvPicPr>
          <p:cNvPr descr="Example of a poorly designed poster with a cluttered layout and competing visual element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14800" y="2628900"/>
            <a:ext cx="3949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Be Creative &amp; Have Some Fun!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Make an APA Style Poster</dc:title>
  <dc:creator/>
  <cp:keywords/>
  <dcterms:created xsi:type="dcterms:W3CDTF">2026-09-02T01:10:44Z</dcterms:created>
  <dcterms:modified xsi:type="dcterms:W3CDTF">2026-09-02T01:10:44Z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biblio-config">
    <vt:lpwstr>True</vt:lpwstr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nebraska-pptx">
    <vt:lpwstr/>
  </property>
  <property fmtid="{D5CDD505-2E9C-101B-9397-08002B2CF9AE}" pid="10" name="revealjs-plugins">
    <vt:lpwstr/>
  </property>
  <property fmtid="{D5CDD505-2E9C-101B-9397-08002B2CF9AE}" pid="11" name="subtitle">
    <vt:lpwstr>Final Project Guide</vt:lpwstr>
  </property>
  <property fmtid="{D5CDD505-2E9C-101B-9397-08002B2CF9AE}" pid="12" name="toc-title">
    <vt:lpwstr>Table of contents</vt:lpwstr>
  </property>
</Properties>
</file>