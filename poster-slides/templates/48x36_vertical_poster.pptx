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58" r:id="rId3"/>
    <p:sldId id="259" r:id="rId4"/>
    <p:sldId id="260" r:id="rId5"/>
  </p:sldIdLst>
  <p:sldSz cx="32918400" cy="43891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7579"/>
    <p:restoredTop sz="94685"/>
  </p:normalViewPr>
  <p:slideViewPr>
    <p:cSldViewPr snapToGrid="0">
      <p:cViewPr varScale="1">
        <p:scale>
          <a:sx n="23" d="100"/>
          <a:sy n="23" d="100"/>
        </p:scale>
        <p:origin x="528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ucomm.unl.edu/brand/colors" TargetMode="External"/><Relationship Id="rId5" Type="http://schemas.openxmlformats.org/officeDocument/2006/relationships/hyperlink" Target="https://www.brailleinstitute.org/freefont/" TargetMode="External"/><Relationship Id="rId4" Type="http://schemas.openxmlformats.org/officeDocument/2006/relationships/hyperlink" Target="https://github.com/MIT-BECL/Poster_Resources" TargetMode="Externa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l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5C906C-511A-2689-8C56-53C1163BAE82}"/>
              </a:ext>
            </a:extLst>
          </p:cNvPr>
          <p:cNvSpPr txBox="1"/>
          <p:nvPr userDrawn="1"/>
        </p:nvSpPr>
        <p:spPr>
          <a:xfrm>
            <a:off x="0" y="-107474"/>
            <a:ext cx="32918400" cy="2895600"/>
          </a:xfrm>
          <a:prstGeom prst="rect">
            <a:avLst/>
          </a:prstGeom>
          <a:solidFill>
            <a:schemeClr val="accent3"/>
          </a:solidFill>
        </p:spPr>
        <p:txBody>
          <a:bodyPr wrap="square" rtlCol="0" anchor="t">
            <a:spAutoFit/>
          </a:bodyPr>
          <a:lstStyle/>
          <a:p>
            <a:pPr lvl="1">
              <a:lnSpc>
                <a:spcPct val="200000"/>
              </a:lnSpc>
            </a:pPr>
            <a:endParaRPr lang="en-US" i="1" dirty="0">
              <a:solidFill>
                <a:schemeClr val="accent3"/>
              </a:solidFill>
            </a:endParaRPr>
          </a:p>
        </p:txBody>
      </p:sp>
      <p:pic>
        <p:nvPicPr>
          <p:cNvPr id="4" name="Graphic 3" descr="Warning with solid fill">
            <a:extLst>
              <a:ext uri="{FF2B5EF4-FFF2-40B4-BE49-F238E27FC236}">
                <a16:creationId xmlns:a16="http://schemas.microsoft.com/office/drawing/2014/main" id="{BFF35EDB-A63C-840E-7CBA-2C117DB22E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3780" y="-48431"/>
            <a:ext cx="2389419" cy="23894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C69887-96C7-632A-EDF9-786DA124BA60}"/>
              </a:ext>
            </a:extLst>
          </p:cNvPr>
          <p:cNvSpPr txBox="1"/>
          <p:nvPr userDrawn="1"/>
        </p:nvSpPr>
        <p:spPr>
          <a:xfrm>
            <a:off x="1320801" y="3714666"/>
            <a:ext cx="30620138" cy="1486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6000" dirty="0">
                <a:latin typeface="Atkinson Hyperlegible" pitchFamily="2" charset="77"/>
              </a:rPr>
              <a:t>This template is inspired by the #</a:t>
            </a:r>
            <a:r>
              <a:rPr lang="en-US" sz="6000" dirty="0" err="1">
                <a:latin typeface="Atkinson Hyperlegible" pitchFamily="2" charset="77"/>
              </a:rPr>
              <a:t>evenbetterpostertemplate</a:t>
            </a:r>
            <a:r>
              <a:rPr lang="en-US" sz="6000" dirty="0">
                <a:latin typeface="Atkinson Hyperlegible" pitchFamily="2" charset="77"/>
              </a:rPr>
              <a:t> and work by the </a:t>
            </a:r>
            <a:r>
              <a:rPr lang="en-US" sz="6000" dirty="0">
                <a:latin typeface="Atkinson Hyperlegible" pitchFamily="2" charset="77"/>
                <a:hlinkClick r:id="rId4"/>
              </a:rPr>
              <a:t>MIT-BECL</a:t>
            </a:r>
            <a:r>
              <a:rPr lang="en-US" sz="6000" dirty="0">
                <a:latin typeface="Atkinson Hyperlegible" pitchFamily="2" charset="77"/>
              </a:rPr>
              <a:t> lab. </a:t>
            </a:r>
          </a:p>
          <a:p>
            <a:pPr marL="0" indent="0">
              <a:buNone/>
            </a:pPr>
            <a:endParaRPr lang="en-US" sz="6000" dirty="0">
              <a:latin typeface="Atkinson Hyperlegible" pitchFamily="2" charset="77"/>
            </a:endParaRPr>
          </a:p>
          <a:p>
            <a:pPr marL="0" indent="0">
              <a:buNone/>
            </a:pPr>
            <a:r>
              <a:rPr lang="en-US" sz="6000" dirty="0">
                <a:latin typeface="Atkinson Hyperlegible" pitchFamily="2" charset="77"/>
              </a:rPr>
              <a:t>This default font for this template is </a:t>
            </a:r>
            <a:r>
              <a:rPr lang="en-US" sz="6000" dirty="0">
                <a:latin typeface="Atkinson Hyperlegible" pitchFamily="2" charset="77"/>
                <a:hlinkClick r:id="rId5"/>
              </a:rPr>
              <a:t>Atkinson Hyperlegible</a:t>
            </a:r>
            <a:r>
              <a:rPr lang="en-US" sz="6000" dirty="0">
                <a:latin typeface="Atkinson Hyperlegible" pitchFamily="2" charset="77"/>
              </a:rPr>
              <a:t> which is designed to be accessible for low-vision readers. You may need to download and install the font on your device. Or you can select a font that is compatible with all Microsoft office products. </a:t>
            </a:r>
          </a:p>
          <a:p>
            <a:endParaRPr lang="en-US" sz="6000" dirty="0">
              <a:latin typeface="Atkinson Hyperlegible" pitchFamily="2" charset="77"/>
            </a:endParaRPr>
          </a:p>
          <a:p>
            <a:r>
              <a:rPr lang="en-US" sz="6000" dirty="0">
                <a:latin typeface="Atkinson Hyperlegible" pitchFamily="2" charset="77"/>
                <a:hlinkClick r:id="rId6"/>
              </a:rPr>
              <a:t>UNL’s color pallet</a:t>
            </a:r>
            <a:r>
              <a:rPr lang="en-US" sz="6000" dirty="0">
                <a:latin typeface="Atkinson Hyperlegible" pitchFamily="2" charset="77"/>
              </a:rPr>
              <a:t> is built into the template color theme.</a:t>
            </a:r>
          </a:p>
          <a:p>
            <a:endParaRPr lang="en-US" sz="6000" dirty="0">
              <a:latin typeface="Atkinson Hyperlegible" pitchFamily="2" charset="77"/>
            </a:endParaRPr>
          </a:p>
          <a:p>
            <a:r>
              <a:rPr lang="en-US" sz="6000" dirty="0">
                <a:latin typeface="Atkinson Hyperlegible" pitchFamily="2" charset="77"/>
              </a:rPr>
              <a:t>You can change the background color in the </a:t>
            </a:r>
            <a:r>
              <a:rPr lang="en-US" sz="6000" b="1" dirty="0">
                <a:latin typeface="Atkinson Hyperlegible" pitchFamily="2" charset="77"/>
              </a:rPr>
              <a:t>Slide Master</a:t>
            </a:r>
            <a:r>
              <a:rPr lang="en-US" sz="6000" dirty="0">
                <a:latin typeface="Atkinson Hyperlegible" pitchFamily="2" charset="77"/>
              </a:rPr>
              <a:t>. </a:t>
            </a:r>
          </a:p>
          <a:p>
            <a:r>
              <a:rPr lang="en-US" sz="6000" dirty="0">
                <a:latin typeface="Atkinson Hyperlegible" pitchFamily="2" charset="77"/>
              </a:rPr>
              <a:t>You also need to make your own QRC code or delete it on the </a:t>
            </a:r>
            <a:r>
              <a:rPr lang="en-US" sz="6000" b="1" dirty="0">
                <a:latin typeface="Atkinson Hyperlegible" pitchFamily="2" charset="77"/>
              </a:rPr>
              <a:t>Slide Master</a:t>
            </a:r>
            <a:r>
              <a:rPr lang="en-US" sz="6000" dirty="0">
                <a:latin typeface="Atkinson Hyperlegible" pitchFamily="2" charset="77"/>
              </a:rPr>
              <a:t>. </a:t>
            </a:r>
          </a:p>
          <a:p>
            <a:pPr marL="0" indent="0">
              <a:buNone/>
            </a:pPr>
            <a:endParaRPr lang="en-US" sz="6000" dirty="0">
              <a:latin typeface="Atkinson Hyperlegible" pitchFamily="2" charset="77"/>
            </a:endParaRPr>
          </a:p>
          <a:p>
            <a:r>
              <a:rPr lang="en-US" sz="6000" dirty="0">
                <a:latin typeface="Atkinson Hyperlegible" pitchFamily="2" charset="77"/>
              </a:rPr>
              <a:t>When inserting a graph, chart, table, etc., it will automatically be styled according to brand standards. To adjust colors, use the built-in color theme.</a:t>
            </a:r>
          </a:p>
          <a:p>
            <a:endParaRPr lang="en-US" sz="6000" dirty="0">
              <a:latin typeface="Atkinson Hyperlegible" pitchFamily="2" charset="77"/>
            </a:endParaRPr>
          </a:p>
          <a:p>
            <a:r>
              <a:rPr lang="en-US" sz="6000" dirty="0">
                <a:latin typeface="Atkinson Hyperlegible" pitchFamily="2" charset="77"/>
              </a:rPr>
              <a:t>You can copy and paste UNL’s Law-Psych Program &amp; University logos from here below.</a:t>
            </a:r>
          </a:p>
        </p:txBody>
      </p:sp>
      <p:pic>
        <p:nvPicPr>
          <p:cNvPr id="6" name="Picture 5" descr="A black and red logo&#10;&#10;Description automatically generated">
            <a:extLst>
              <a:ext uri="{FF2B5EF4-FFF2-40B4-BE49-F238E27FC236}">
                <a16:creationId xmlns:a16="http://schemas.microsoft.com/office/drawing/2014/main" id="{702B14FD-26FC-C85D-AD45-ADF6DABC9731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5799458" y="23192564"/>
            <a:ext cx="13144711" cy="4236725"/>
          </a:xfrm>
          <a:prstGeom prst="rect">
            <a:avLst/>
          </a:prstGeom>
        </p:spPr>
      </p:pic>
      <p:pic>
        <p:nvPicPr>
          <p:cNvPr id="7" name="Picture 6" descr="A red and white symbol with a black background&#10;&#10;Description automatically generated">
            <a:extLst>
              <a:ext uri="{FF2B5EF4-FFF2-40B4-BE49-F238E27FC236}">
                <a16:creationId xmlns:a16="http://schemas.microsoft.com/office/drawing/2014/main" id="{1CA104B9-CBF4-06B9-E4A1-9763CD2670C3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3974231" y="22630127"/>
            <a:ext cx="5720016" cy="57200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FB433BE-DBBF-2291-7E95-CA39B44935D1}"/>
              </a:ext>
            </a:extLst>
          </p:cNvPr>
          <p:cNvSpPr txBox="1"/>
          <p:nvPr userDrawn="1"/>
        </p:nvSpPr>
        <p:spPr>
          <a:xfrm>
            <a:off x="3974231" y="819066"/>
            <a:ext cx="313585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Atkinson Hyperlegible" pitchFamily="2" charset="77"/>
              </a:rPr>
              <a:t>This slide is just for context and to help you use the template.</a:t>
            </a:r>
          </a:p>
        </p:txBody>
      </p:sp>
    </p:spTree>
    <p:extLst>
      <p:ext uri="{BB962C8B-B14F-4D97-AF65-F5344CB8AC3E}">
        <p14:creationId xmlns:p14="http://schemas.microsoft.com/office/powerpoint/2010/main" val="1598620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ox 1">
            <a:extLst>
              <a:ext uri="{FF2B5EF4-FFF2-40B4-BE49-F238E27FC236}">
                <a16:creationId xmlns:a16="http://schemas.microsoft.com/office/drawing/2014/main" id="{300C2C90-0A96-A1B9-194D-881387AC5C9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6429447"/>
            <a:ext cx="9747504" cy="14630400"/>
          </a:xfrm>
          <a:prstGeom prst="rect">
            <a:avLst/>
          </a:prstGeom>
          <a:solidFill>
            <a:schemeClr val="tx2"/>
          </a:solidFill>
        </p:spPr>
        <p:txBody>
          <a:bodyPr lIns="274320" tIns="274320" rIns="274320" bIns="274320"/>
          <a:lstStyle>
            <a:lvl1pPr marL="137156" indent="0">
              <a:buNone/>
              <a:defRPr sz="6000" b="1">
                <a:solidFill>
                  <a:schemeClr val="bg1"/>
                </a:solidFill>
                <a:latin typeface="Atkinson Hyperlegible" pitchFamily="2" charset="77"/>
              </a:defRPr>
            </a:lvl1pPr>
            <a:lvl2pPr marL="220261" indent="0" algn="l">
              <a:buFont typeface="Arial" panose="020B0604020202020204" pitchFamily="34" charset="0"/>
              <a:buNone/>
              <a:defRPr/>
            </a:lvl2pPr>
            <a:lvl3pPr marL="685783" indent="-342892">
              <a:buFont typeface="Arial" panose="020B0604020202020204" pitchFamily="34" charset="0"/>
              <a:buChar char="•"/>
              <a:defRPr/>
            </a:lvl3pPr>
          </a:lstStyle>
          <a:p>
            <a:pPr lvl="0"/>
            <a:r>
              <a:rPr lang="en-US" dirty="0"/>
              <a:t>Heading: 60pt bold</a:t>
            </a:r>
          </a:p>
        </p:txBody>
      </p:sp>
      <p:sp>
        <p:nvSpPr>
          <p:cNvPr id="8" name="Box 2">
            <a:extLst>
              <a:ext uri="{FF2B5EF4-FFF2-40B4-BE49-F238E27FC236}">
                <a16:creationId xmlns:a16="http://schemas.microsoft.com/office/drawing/2014/main" id="{C8091251-C552-A127-7694-B7E9343D739B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914400" y="21974628"/>
            <a:ext cx="9747504" cy="21031200"/>
          </a:xfrm>
          <a:prstGeom prst="rect">
            <a:avLst/>
          </a:prstGeom>
          <a:solidFill>
            <a:schemeClr val="tx2"/>
          </a:solidFill>
        </p:spPr>
        <p:txBody>
          <a:bodyPr tIns="274320">
            <a:normAutofit/>
          </a:bodyPr>
          <a:lstStyle>
            <a:lvl1pPr marL="137156" indent="0">
              <a:buNone/>
              <a:defRPr lang="en-US" sz="6000" b="1" kern="1200" dirty="0" smtClean="0">
                <a:solidFill>
                  <a:schemeClr val="bg1"/>
                </a:solidFill>
                <a:latin typeface="Atkinson Hyperlegible" pitchFamily="2" charset="77"/>
                <a:ea typeface="+mn-ea"/>
                <a:cs typeface="+mn-cs"/>
              </a:defRPr>
            </a:lvl1pPr>
            <a:lvl2pPr>
              <a:defRPr/>
            </a:lvl2pPr>
          </a:lstStyle>
          <a:p>
            <a:pPr lvl="0"/>
            <a:r>
              <a:rPr lang="en-US" dirty="0"/>
              <a:t>Heading: 60pt bold</a:t>
            </a: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664245EE-6B96-6F10-1C49-E014AD59D42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0" y="7709607"/>
            <a:ext cx="9747504" cy="1335024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182880">
              <a:lnSpc>
                <a:spcPct val="100000"/>
              </a:lnSpc>
              <a:spcBef>
                <a:spcPts val="0"/>
              </a:spcBef>
              <a:defRPr sz="3600">
                <a:latin typeface="Atkinson Hyperlegible" pitchFamily="2" charset="77"/>
              </a:defRPr>
            </a:lvl1pPr>
            <a:lvl2pPr marL="342892" indent="0">
              <a:lnSpc>
                <a:spcPct val="100000"/>
              </a:lnSpc>
              <a:spcBef>
                <a:spcPts val="450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224D87D-1F36-CEC6-F747-2D319B4A67A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4400" y="23254788"/>
            <a:ext cx="9747504" cy="1975104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latin typeface="Atkinson Hyperlegible" pitchFamily="2" charset="77"/>
              </a:defRPr>
            </a:lvl1pPr>
            <a:lvl2pPr marL="342892" indent="0">
              <a:lnSpc>
                <a:spcPct val="100000"/>
              </a:lnSpc>
              <a:spcBef>
                <a:spcPts val="450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2FF78F2A-8976-07F4-8F08-DED59F2A396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2256497" y="38390589"/>
            <a:ext cx="9747503" cy="45720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50">
                <a:latin typeface="Atkinson Hyperlegible" pitchFamily="2" charset="77"/>
              </a:defRPr>
            </a:lvl1pPr>
            <a:lvl2pPr marL="342892" indent="0">
              <a:lnSpc>
                <a:spcPct val="100000"/>
              </a:lnSpc>
              <a:spcBef>
                <a:spcPts val="450"/>
              </a:spcBef>
              <a:buNone/>
              <a:defRPr/>
            </a:lvl2pPr>
          </a:lstStyle>
          <a:p>
            <a:pPr lvl="0"/>
            <a:r>
              <a:rPr lang="en-US" dirty="0"/>
              <a:t>Insert references here: 30pt                                Lorem ipsum dolor sit amet, consectetuer adipiscing elit. Maecenas porttitor congue massa. Fusce posuere, magna sed pulvinar ultricies, purus lectus malesuada libero, sit amet commodo magna eros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urna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B212311-6609-362E-AE22-D883F69E289F}"/>
              </a:ext>
            </a:extLst>
          </p:cNvPr>
          <p:cNvSpPr>
            <a:spLocks noGrp="1"/>
          </p:cNvSpPr>
          <p:nvPr>
            <p:ph idx="32" hasCustomPrompt="1"/>
          </p:nvPr>
        </p:nvSpPr>
        <p:spPr>
          <a:xfrm>
            <a:off x="11585448" y="6429446"/>
            <a:ext cx="9747504" cy="36533146"/>
          </a:xfrm>
          <a:prstGeom prst="rect">
            <a:avLst/>
          </a:prstGeom>
          <a:solidFill>
            <a:schemeClr val="tx2"/>
          </a:solidFill>
        </p:spPr>
        <p:txBody>
          <a:bodyPr lIns="274320" tIns="274320" rIns="274320" bIns="274320"/>
          <a:lstStyle>
            <a:lvl1pPr marL="137156" indent="0">
              <a:buNone/>
              <a:defRPr sz="6000" b="1">
                <a:solidFill>
                  <a:schemeClr val="bg1"/>
                </a:solidFill>
                <a:latin typeface="Atkinson Hyperlegible" pitchFamily="2" charset="77"/>
              </a:defRPr>
            </a:lvl1pPr>
            <a:lvl2pPr marL="220261" indent="0" algn="l">
              <a:buFont typeface="Arial" panose="020B0604020202020204" pitchFamily="34" charset="0"/>
              <a:buNone/>
              <a:defRPr/>
            </a:lvl2pPr>
            <a:lvl3pPr marL="685783" indent="-342892">
              <a:buFont typeface="Arial" panose="020B0604020202020204" pitchFamily="34" charset="0"/>
              <a:buChar char="•"/>
              <a:defRPr/>
            </a:lvl3pPr>
          </a:lstStyle>
          <a:p>
            <a:pPr lvl="0"/>
            <a:r>
              <a:rPr lang="en-US" dirty="0"/>
              <a:t>Heading: 60pt bold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811F4C7A-8044-6AD5-9526-C3827B189CC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585448" y="7801048"/>
            <a:ext cx="9747504" cy="35161543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latin typeface="Atkinson Hyperlegible" pitchFamily="2" charset="77"/>
              </a:defRPr>
            </a:lvl1pPr>
            <a:lvl2pPr marL="342892" indent="0">
              <a:lnSpc>
                <a:spcPct val="100000"/>
              </a:lnSpc>
              <a:spcBef>
                <a:spcPts val="450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F536A2B-69FF-FDCE-6BB7-FFB8F90488CB}"/>
              </a:ext>
            </a:extLst>
          </p:cNvPr>
          <p:cNvSpPr>
            <a:spLocks noGrp="1"/>
          </p:cNvSpPr>
          <p:nvPr>
            <p:ph idx="34" hasCustomPrompt="1"/>
          </p:nvPr>
        </p:nvSpPr>
        <p:spPr>
          <a:xfrm>
            <a:off x="22217664" y="6422417"/>
            <a:ext cx="9747504" cy="14630400"/>
          </a:xfrm>
          <a:prstGeom prst="rect">
            <a:avLst/>
          </a:prstGeom>
          <a:solidFill>
            <a:schemeClr val="tx2"/>
          </a:solidFill>
        </p:spPr>
        <p:txBody>
          <a:bodyPr lIns="274320" tIns="274320" rIns="274320" bIns="274320"/>
          <a:lstStyle>
            <a:lvl1pPr marL="137156" indent="0">
              <a:buNone/>
              <a:defRPr sz="6000" b="1">
                <a:solidFill>
                  <a:schemeClr val="bg1"/>
                </a:solidFill>
                <a:latin typeface="Atkinson Hyperlegible" pitchFamily="2" charset="77"/>
              </a:defRPr>
            </a:lvl1pPr>
            <a:lvl2pPr marL="220261" indent="0" algn="l">
              <a:buFont typeface="Arial" panose="020B0604020202020204" pitchFamily="34" charset="0"/>
              <a:buNone/>
              <a:defRPr/>
            </a:lvl2pPr>
            <a:lvl3pPr marL="685783" indent="-342892">
              <a:buFont typeface="Arial" panose="020B0604020202020204" pitchFamily="34" charset="0"/>
              <a:buChar char="•"/>
              <a:defRPr/>
            </a:lvl3pPr>
          </a:lstStyle>
          <a:p>
            <a:pPr lvl="0"/>
            <a:r>
              <a:rPr lang="en-US" dirty="0"/>
              <a:t>Heading: 60pt bold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23F3DF8F-7D28-A9EF-CBE8-30BB9170605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2217664" y="7794019"/>
            <a:ext cx="9747504" cy="132588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latin typeface="Atkinson Hyperlegible" pitchFamily="2" charset="77"/>
              </a:defRPr>
            </a:lvl1pPr>
            <a:lvl2pPr marL="342892" indent="0">
              <a:lnSpc>
                <a:spcPct val="100000"/>
              </a:lnSpc>
              <a:spcBef>
                <a:spcPts val="450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</p:txBody>
      </p:sp>
      <p:sp>
        <p:nvSpPr>
          <p:cNvPr id="16" name="Chart Placeholder 11">
            <a:extLst>
              <a:ext uri="{FF2B5EF4-FFF2-40B4-BE49-F238E27FC236}">
                <a16:creationId xmlns:a16="http://schemas.microsoft.com/office/drawing/2014/main" id="{BAE21AE5-AB7C-2356-5BFB-A5499CA723EB}"/>
              </a:ext>
            </a:extLst>
          </p:cNvPr>
          <p:cNvSpPr>
            <a:spLocks noGrp="1"/>
          </p:cNvSpPr>
          <p:nvPr>
            <p:ph type="chart" sz="quarter" idx="15" hasCustomPrompt="1"/>
          </p:nvPr>
        </p:nvSpPr>
        <p:spPr>
          <a:xfrm>
            <a:off x="13458825" y="23346225"/>
            <a:ext cx="6000750" cy="7308880"/>
          </a:xfrm>
          <a:prstGeom prst="rect">
            <a:avLst/>
          </a:prstGeom>
        </p:spPr>
        <p:txBody>
          <a:bodyPr rIns="274320">
            <a:normAutofit/>
          </a:bodyPr>
          <a:lstStyle>
            <a:lvl1pPr marL="0" indent="0">
              <a:buNone/>
              <a:defRPr sz="2700">
                <a:latin typeface="Atkinson Hyperlegible" pitchFamily="2" charset="77"/>
              </a:defRPr>
            </a:lvl1pPr>
          </a:lstStyle>
          <a:p>
            <a:r>
              <a:rPr lang="en-US" dirty="0"/>
              <a:t>Click to add figure caption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75228596-9D68-45D9-537F-21C55BEC15B5}"/>
              </a:ext>
            </a:extLst>
          </p:cNvPr>
          <p:cNvSpPr>
            <a:spLocks noGrp="1"/>
          </p:cNvSpPr>
          <p:nvPr>
            <p:ph idx="36" hasCustomPrompt="1"/>
          </p:nvPr>
        </p:nvSpPr>
        <p:spPr>
          <a:xfrm>
            <a:off x="22217664" y="21974623"/>
            <a:ext cx="9747504" cy="15494160"/>
          </a:xfrm>
          <a:prstGeom prst="rect">
            <a:avLst/>
          </a:prstGeom>
          <a:solidFill>
            <a:schemeClr val="tx2"/>
          </a:solidFill>
        </p:spPr>
        <p:txBody>
          <a:bodyPr lIns="274320" tIns="274320" rIns="274320" bIns="274320"/>
          <a:lstStyle>
            <a:lvl1pPr marL="137156" indent="0">
              <a:buNone/>
              <a:defRPr sz="6000" b="1">
                <a:solidFill>
                  <a:schemeClr val="bg1"/>
                </a:solidFill>
                <a:latin typeface="Atkinson Hyperlegible" pitchFamily="2" charset="77"/>
              </a:defRPr>
            </a:lvl1pPr>
            <a:lvl2pPr marL="220261" indent="0" algn="l">
              <a:buFont typeface="Arial" panose="020B0604020202020204" pitchFamily="34" charset="0"/>
              <a:buNone/>
              <a:defRPr/>
            </a:lvl2pPr>
            <a:lvl3pPr marL="685783" indent="-342892">
              <a:buFont typeface="Arial" panose="020B0604020202020204" pitchFamily="34" charset="0"/>
              <a:buChar char="•"/>
              <a:defRPr/>
            </a:lvl3pPr>
          </a:lstStyle>
          <a:p>
            <a:pPr lvl="0"/>
            <a:r>
              <a:rPr lang="en-US" dirty="0"/>
              <a:t>Heading: 60pt bold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2F65CF2B-0D07-699E-AC2B-52D9F092404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2217664" y="23346225"/>
            <a:ext cx="9747504" cy="14122558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latin typeface="Atkinson Hyperlegible" pitchFamily="2" charset="77"/>
              </a:defRPr>
            </a:lvl1pPr>
            <a:lvl2pPr marL="342892" indent="0">
              <a:lnSpc>
                <a:spcPct val="100000"/>
              </a:lnSpc>
              <a:spcBef>
                <a:spcPts val="450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</p:txBody>
      </p:sp>
      <p:sp>
        <p:nvSpPr>
          <p:cNvPr id="19" name="Title">
            <a:extLst>
              <a:ext uri="{FF2B5EF4-FFF2-40B4-BE49-F238E27FC236}">
                <a16:creationId xmlns:a16="http://schemas.microsoft.com/office/drawing/2014/main" id="{A7ABFFC6-F527-D9DA-AA96-E8601CBB90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31050768" cy="2418560"/>
          </a:xfrm>
          <a:prstGeom prst="rect">
            <a:avLst/>
          </a:prstGeom>
        </p:spPr>
        <p:txBody>
          <a:bodyPr tIns="274320" anchor="t">
            <a:normAutofit/>
          </a:bodyPr>
          <a:lstStyle>
            <a:lvl1pPr algn="ctr">
              <a:defRPr sz="9000" b="1">
                <a:latin typeface="Atkinson Hyperlegible" pitchFamily="2" charset="77"/>
              </a:defRPr>
            </a:lvl1pPr>
          </a:lstStyle>
          <a:p>
            <a:r>
              <a:rPr lang="en-US" dirty="0"/>
              <a:t>Title: 90pt bold</a:t>
            </a:r>
          </a:p>
        </p:txBody>
      </p:sp>
      <p:sp>
        <p:nvSpPr>
          <p:cNvPr id="20" name="Institution logo">
            <a:extLst>
              <a:ext uri="{FF2B5EF4-FFF2-40B4-BE49-F238E27FC236}">
                <a16:creationId xmlns:a16="http://schemas.microsoft.com/office/drawing/2014/main" id="{131EAF97-4056-F3D5-E501-F382DDF67337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14400" y="914400"/>
            <a:ext cx="6400800" cy="4572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4000"/>
            </a:lvl1pPr>
          </a:lstStyle>
          <a:p>
            <a:r>
              <a:rPr lang="en-US" dirty="0"/>
              <a:t>Logo or QRC</a:t>
            </a:r>
          </a:p>
        </p:txBody>
      </p:sp>
      <p:pic>
        <p:nvPicPr>
          <p:cNvPr id="21" name="Picture 20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80705240-0BB5-B34B-7DE5-8F03CFAA5F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98612" y="1511300"/>
            <a:ext cx="3378200" cy="3378200"/>
          </a:xfrm>
          <a:prstGeom prst="rect">
            <a:avLst/>
          </a:prstGeom>
        </p:spPr>
      </p:pic>
      <p:sp>
        <p:nvSpPr>
          <p:cNvPr id="22" name="Authors">
            <a:extLst>
              <a:ext uri="{FF2B5EF4-FFF2-40B4-BE49-F238E27FC236}">
                <a16:creationId xmlns:a16="http://schemas.microsoft.com/office/drawing/2014/main" id="{DBDBD39C-2E20-10AB-AA42-1BF70989C45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399" y="3444080"/>
            <a:ext cx="31050768" cy="112633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ctr">
              <a:buNone/>
              <a:defRPr sz="6000">
                <a:latin typeface="Atkinson Hyperlegible" pitchFamily="2" charset="77"/>
              </a:defRPr>
            </a:lvl1pPr>
            <a:lvl2pPr marL="457189" indent="0" algn="ctr">
              <a:buNone/>
              <a:defRPr sz="4800">
                <a:latin typeface="Atkinson Hyperlegible" pitchFamily="2" charset="77"/>
              </a:defRPr>
            </a:lvl2pPr>
            <a:lvl5pPr marL="8778021" indent="0">
              <a:buNone/>
              <a:defRPr/>
            </a:lvl5pPr>
          </a:lstStyle>
          <a:p>
            <a:pPr lvl="0"/>
            <a:r>
              <a:rPr lang="en-US" dirty="0"/>
              <a:t>Author(s): 60pt </a:t>
            </a:r>
          </a:p>
        </p:txBody>
      </p:sp>
      <p:sp>
        <p:nvSpPr>
          <p:cNvPr id="23" name="Authors">
            <a:extLst>
              <a:ext uri="{FF2B5EF4-FFF2-40B4-BE49-F238E27FC236}">
                <a16:creationId xmlns:a16="http://schemas.microsoft.com/office/drawing/2014/main" id="{1A543C33-50AF-F473-09BB-5C1EBF8472B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4399" y="4718845"/>
            <a:ext cx="31050768" cy="102711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ctr">
              <a:buNone/>
              <a:defRPr sz="8000">
                <a:latin typeface="Atkinson Hyperlegible" pitchFamily="2" charset="77"/>
              </a:defRPr>
            </a:lvl1pPr>
            <a:lvl2pPr marL="457189" indent="0" algn="ctr">
              <a:buNone/>
              <a:defRPr sz="4800">
                <a:latin typeface="Atkinson Hyperlegible" pitchFamily="2" charset="77"/>
              </a:defRPr>
            </a:lvl2pPr>
            <a:lvl5pPr marL="8778021" indent="0">
              <a:buNone/>
              <a:defRPr/>
            </a:lvl5pPr>
          </a:lstStyle>
          <a:p>
            <a:pPr lvl="1"/>
            <a:r>
              <a:rPr lang="en-US" dirty="0"/>
              <a:t>Affiliation(s): 48pt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3F6F2C69-B13B-928E-89DE-078292EBD170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16963952" y="15719257"/>
            <a:ext cx="3362911" cy="34779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Atkinson Hyperlegible" pitchFamily="2" charset="77"/>
              </a:defRPr>
            </a:lvl1pPr>
          </a:lstStyle>
          <a:p>
            <a:endParaRPr lang="en-US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A3165766-15B0-9D36-7928-CAC2C6D65941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6963951" y="10993948"/>
            <a:ext cx="3362911" cy="34779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Atkinson Hyperlegible" pitchFamily="2" charset="77"/>
              </a:defRPr>
            </a:lvl1pPr>
          </a:lstStyle>
          <a:p>
            <a:endParaRPr lang="en-US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2B533C2E-B653-31ED-693A-14F76976C473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12552706" y="15719257"/>
            <a:ext cx="3362911" cy="34779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Atkinson Hyperlegible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86945328-18E1-853E-ECA8-C25BD45988A1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12552706" y="11011568"/>
            <a:ext cx="3362911" cy="34779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Atkinson Hyperlegible" pitchFamily="2" charset="77"/>
              </a:defRPr>
            </a:lvl1pPr>
          </a:lstStyle>
          <a:p>
            <a:endParaRPr lang="en-US"/>
          </a:p>
        </p:txBody>
      </p:sp>
      <p:sp>
        <p:nvSpPr>
          <p:cNvPr id="28" name="Chart Placeholder 11">
            <a:extLst>
              <a:ext uri="{FF2B5EF4-FFF2-40B4-BE49-F238E27FC236}">
                <a16:creationId xmlns:a16="http://schemas.microsoft.com/office/drawing/2014/main" id="{A4C511FE-AF0C-571C-0E90-A47E55361755}"/>
              </a:ext>
            </a:extLst>
          </p:cNvPr>
          <p:cNvSpPr>
            <a:spLocks noGrp="1"/>
          </p:cNvSpPr>
          <p:nvPr>
            <p:ph type="chart" sz="quarter" idx="59" hasCustomPrompt="1"/>
          </p:nvPr>
        </p:nvSpPr>
        <p:spPr>
          <a:xfrm>
            <a:off x="13439408" y="32979592"/>
            <a:ext cx="6000750" cy="7308880"/>
          </a:xfrm>
          <a:prstGeom prst="rect">
            <a:avLst/>
          </a:prstGeom>
        </p:spPr>
        <p:txBody>
          <a:bodyPr rIns="274320">
            <a:normAutofit/>
          </a:bodyPr>
          <a:lstStyle>
            <a:lvl1pPr marL="0" indent="0">
              <a:buNone/>
              <a:defRPr sz="2700">
                <a:latin typeface="Atkinson Hyperlegible" pitchFamily="2" charset="77"/>
              </a:defRPr>
            </a:lvl1pPr>
          </a:lstStyle>
          <a:p>
            <a:r>
              <a:rPr lang="en-US" dirty="0"/>
              <a:t>Click to add figure caption</a:t>
            </a:r>
          </a:p>
        </p:txBody>
      </p:sp>
    </p:spTree>
    <p:extLst>
      <p:ext uri="{BB962C8B-B14F-4D97-AF65-F5344CB8AC3E}">
        <p14:creationId xmlns:p14="http://schemas.microsoft.com/office/powerpoint/2010/main" val="3880889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B58FC29-0A6A-E647-715F-271112C95514}"/>
              </a:ext>
            </a:extLst>
          </p:cNvPr>
          <p:cNvSpPr/>
          <p:nvPr userDrawn="1"/>
        </p:nvSpPr>
        <p:spPr>
          <a:xfrm>
            <a:off x="0" y="0"/>
            <a:ext cx="32918400" cy="1225649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75">
              <a:latin typeface="Atkinson Hyperlegible" pitchFamily="2" charset="77"/>
            </a:endParaRPr>
          </a:p>
        </p:txBody>
      </p:sp>
      <p:sp>
        <p:nvSpPr>
          <p:cNvPr id="7" name="Box 1">
            <a:extLst>
              <a:ext uri="{FF2B5EF4-FFF2-40B4-BE49-F238E27FC236}">
                <a16:creationId xmlns:a16="http://schemas.microsoft.com/office/drawing/2014/main" id="{300C2C90-0A96-A1B9-194D-881387AC5C9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1270" y="13664107"/>
            <a:ext cx="9747504" cy="11164869"/>
          </a:xfrm>
          <a:prstGeom prst="rect">
            <a:avLst/>
          </a:prstGeom>
          <a:solidFill>
            <a:schemeClr val="tx2"/>
          </a:solidFill>
        </p:spPr>
        <p:txBody>
          <a:bodyPr lIns="274320" tIns="274320" rIns="274320" bIns="274320"/>
          <a:lstStyle>
            <a:lvl1pPr marL="137156" indent="0">
              <a:buNone/>
              <a:defRPr sz="6000" b="1">
                <a:solidFill>
                  <a:schemeClr val="bg1"/>
                </a:solidFill>
                <a:latin typeface="Atkinson Hyperlegible" pitchFamily="2" charset="77"/>
              </a:defRPr>
            </a:lvl1pPr>
            <a:lvl2pPr marL="220261" indent="0" algn="l">
              <a:buFont typeface="Arial" panose="020B0604020202020204" pitchFamily="34" charset="0"/>
              <a:buNone/>
              <a:defRPr/>
            </a:lvl2pPr>
            <a:lvl3pPr marL="685783" indent="-342892">
              <a:buFont typeface="Arial" panose="020B0604020202020204" pitchFamily="34" charset="0"/>
              <a:buChar char="•"/>
              <a:defRPr/>
            </a:lvl3pPr>
          </a:lstStyle>
          <a:p>
            <a:pPr lvl="0"/>
            <a:r>
              <a:rPr lang="en-US" dirty="0"/>
              <a:t>Heading: 60pt bold</a:t>
            </a:r>
          </a:p>
        </p:txBody>
      </p:sp>
      <p:sp>
        <p:nvSpPr>
          <p:cNvPr id="8" name="Box 2">
            <a:extLst>
              <a:ext uri="{FF2B5EF4-FFF2-40B4-BE49-F238E27FC236}">
                <a16:creationId xmlns:a16="http://schemas.microsoft.com/office/drawing/2014/main" id="{C8091251-C552-A127-7694-B7E9343D739B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793019" y="25271175"/>
            <a:ext cx="9747504" cy="17691413"/>
          </a:xfrm>
          <a:prstGeom prst="rect">
            <a:avLst/>
          </a:prstGeom>
          <a:solidFill>
            <a:schemeClr val="tx2"/>
          </a:solidFill>
        </p:spPr>
        <p:txBody>
          <a:bodyPr tIns="274320">
            <a:normAutofit/>
          </a:bodyPr>
          <a:lstStyle>
            <a:lvl1pPr marL="137156" indent="0">
              <a:buNone/>
              <a:defRPr lang="en-US" sz="6000" b="1" kern="1200" dirty="0" smtClean="0">
                <a:solidFill>
                  <a:schemeClr val="bg1"/>
                </a:solidFill>
                <a:latin typeface="Atkinson Hyperlegible" pitchFamily="2" charset="77"/>
                <a:ea typeface="+mn-ea"/>
                <a:cs typeface="+mn-cs"/>
              </a:defRPr>
            </a:lvl1pPr>
            <a:lvl2pPr>
              <a:defRPr/>
            </a:lvl2pPr>
          </a:lstStyle>
          <a:p>
            <a:pPr lvl="0"/>
            <a:r>
              <a:rPr lang="en-US" dirty="0"/>
              <a:t>Heading: 60pt bold</a:t>
            </a: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664245EE-6B96-6F10-1C49-E014AD59D42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1270" y="14944267"/>
            <a:ext cx="9747504" cy="988471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182880">
              <a:lnSpc>
                <a:spcPct val="100000"/>
              </a:lnSpc>
              <a:spcBef>
                <a:spcPts val="0"/>
              </a:spcBef>
              <a:defRPr sz="3600">
                <a:latin typeface="Atkinson Hyperlegible" pitchFamily="2" charset="77"/>
              </a:defRPr>
            </a:lvl1pPr>
            <a:lvl2pPr marL="342892" indent="0">
              <a:lnSpc>
                <a:spcPct val="100000"/>
              </a:lnSpc>
              <a:spcBef>
                <a:spcPts val="450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224D87D-1F36-CEC6-F747-2D319B4A67A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019" y="26551335"/>
            <a:ext cx="9747504" cy="16411253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latin typeface="Atkinson Hyperlegible" pitchFamily="2" charset="77"/>
              </a:defRPr>
            </a:lvl1pPr>
            <a:lvl2pPr marL="342892" indent="0">
              <a:lnSpc>
                <a:spcPct val="100000"/>
              </a:lnSpc>
              <a:spcBef>
                <a:spcPts val="450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2FF78F2A-8976-07F4-8F08-DED59F2A396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2256497" y="40298918"/>
            <a:ext cx="9747503" cy="266367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50">
                <a:latin typeface="Atkinson Hyperlegible" pitchFamily="2" charset="77"/>
              </a:defRPr>
            </a:lvl1pPr>
            <a:lvl2pPr marL="342892" indent="0">
              <a:lnSpc>
                <a:spcPct val="100000"/>
              </a:lnSpc>
              <a:spcBef>
                <a:spcPts val="450"/>
              </a:spcBef>
              <a:buNone/>
              <a:defRPr/>
            </a:lvl2pPr>
          </a:lstStyle>
          <a:p>
            <a:pPr lvl="0"/>
            <a:r>
              <a:rPr lang="en-US" dirty="0"/>
              <a:t>Insert references here: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B212311-6609-362E-AE22-D883F69E289F}"/>
              </a:ext>
            </a:extLst>
          </p:cNvPr>
          <p:cNvSpPr>
            <a:spLocks noGrp="1"/>
          </p:cNvSpPr>
          <p:nvPr>
            <p:ph idx="32" hasCustomPrompt="1"/>
          </p:nvPr>
        </p:nvSpPr>
        <p:spPr>
          <a:xfrm>
            <a:off x="11524758" y="13657079"/>
            <a:ext cx="9747504" cy="27582379"/>
          </a:xfrm>
          <a:prstGeom prst="rect">
            <a:avLst/>
          </a:prstGeom>
          <a:solidFill>
            <a:schemeClr val="tx2"/>
          </a:solidFill>
        </p:spPr>
        <p:txBody>
          <a:bodyPr lIns="274320" tIns="274320" rIns="274320" bIns="274320"/>
          <a:lstStyle>
            <a:lvl1pPr marL="137156" indent="0">
              <a:buNone/>
              <a:defRPr sz="6000" b="1">
                <a:solidFill>
                  <a:schemeClr val="bg1"/>
                </a:solidFill>
                <a:latin typeface="Atkinson Hyperlegible" pitchFamily="2" charset="77"/>
              </a:defRPr>
            </a:lvl1pPr>
            <a:lvl2pPr marL="220261" indent="0" algn="l">
              <a:buFont typeface="Arial" panose="020B0604020202020204" pitchFamily="34" charset="0"/>
              <a:buNone/>
              <a:defRPr/>
            </a:lvl2pPr>
            <a:lvl3pPr marL="685783" indent="-342892">
              <a:buFont typeface="Arial" panose="020B0604020202020204" pitchFamily="34" charset="0"/>
              <a:buChar char="•"/>
              <a:defRPr/>
            </a:lvl3pPr>
          </a:lstStyle>
          <a:p>
            <a:pPr lvl="0"/>
            <a:r>
              <a:rPr lang="en-US" dirty="0"/>
              <a:t>Heading: 60pt bold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811F4C7A-8044-6AD5-9526-C3827B189CC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524758" y="15133534"/>
            <a:ext cx="9747504" cy="27829054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latin typeface="Atkinson Hyperlegible" pitchFamily="2" charset="77"/>
              </a:defRPr>
            </a:lvl1pPr>
            <a:lvl2pPr marL="342892" indent="0">
              <a:lnSpc>
                <a:spcPct val="100000"/>
              </a:lnSpc>
              <a:spcBef>
                <a:spcPts val="450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F536A2B-69FF-FDCE-6BB7-FFB8F90488CB}"/>
              </a:ext>
            </a:extLst>
          </p:cNvPr>
          <p:cNvSpPr>
            <a:spLocks noGrp="1"/>
          </p:cNvSpPr>
          <p:nvPr>
            <p:ph idx="34" hasCustomPrompt="1"/>
          </p:nvPr>
        </p:nvSpPr>
        <p:spPr>
          <a:xfrm>
            <a:off x="22198246" y="13657079"/>
            <a:ext cx="9747504" cy="11171897"/>
          </a:xfrm>
          <a:prstGeom prst="rect">
            <a:avLst/>
          </a:prstGeom>
          <a:solidFill>
            <a:schemeClr val="tx2"/>
          </a:solidFill>
        </p:spPr>
        <p:txBody>
          <a:bodyPr lIns="274320" tIns="274320" rIns="274320" bIns="274320"/>
          <a:lstStyle>
            <a:lvl1pPr marL="137156" indent="0">
              <a:buNone/>
              <a:defRPr sz="6000" b="1">
                <a:solidFill>
                  <a:schemeClr val="bg1"/>
                </a:solidFill>
                <a:latin typeface="Atkinson Hyperlegible" pitchFamily="2" charset="77"/>
              </a:defRPr>
            </a:lvl1pPr>
            <a:lvl2pPr marL="220261" indent="0" algn="l">
              <a:buFont typeface="Arial" panose="020B0604020202020204" pitchFamily="34" charset="0"/>
              <a:buNone/>
              <a:defRPr/>
            </a:lvl2pPr>
            <a:lvl3pPr marL="685783" indent="-342892">
              <a:buFont typeface="Arial" panose="020B0604020202020204" pitchFamily="34" charset="0"/>
              <a:buChar char="•"/>
              <a:defRPr/>
            </a:lvl3pPr>
          </a:lstStyle>
          <a:p>
            <a:pPr lvl="0"/>
            <a:r>
              <a:rPr lang="en-US" dirty="0"/>
              <a:t>Heading: 60pt bold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23F3DF8F-7D28-A9EF-CBE8-30BB9170605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2198245" y="15028679"/>
            <a:ext cx="9747504" cy="9800291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latin typeface="Atkinson Hyperlegible" pitchFamily="2" charset="77"/>
              </a:defRPr>
            </a:lvl1pPr>
            <a:lvl2pPr marL="342892" indent="0">
              <a:lnSpc>
                <a:spcPct val="100000"/>
              </a:lnSpc>
              <a:spcBef>
                <a:spcPts val="450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</p:txBody>
      </p:sp>
      <p:sp>
        <p:nvSpPr>
          <p:cNvPr id="16" name="Chart Placeholder 11">
            <a:extLst>
              <a:ext uri="{FF2B5EF4-FFF2-40B4-BE49-F238E27FC236}">
                <a16:creationId xmlns:a16="http://schemas.microsoft.com/office/drawing/2014/main" id="{BAE21AE5-AB7C-2356-5BFB-A5499CA723EB}"/>
              </a:ext>
            </a:extLst>
          </p:cNvPr>
          <p:cNvSpPr>
            <a:spLocks noGrp="1"/>
          </p:cNvSpPr>
          <p:nvPr>
            <p:ph type="chart" sz="quarter" idx="15" hasCustomPrompt="1"/>
          </p:nvPr>
        </p:nvSpPr>
        <p:spPr>
          <a:xfrm>
            <a:off x="13458825" y="26410746"/>
            <a:ext cx="6000750" cy="7308880"/>
          </a:xfrm>
          <a:prstGeom prst="rect">
            <a:avLst/>
          </a:prstGeom>
        </p:spPr>
        <p:txBody>
          <a:bodyPr rIns="274320">
            <a:normAutofit/>
          </a:bodyPr>
          <a:lstStyle>
            <a:lvl1pPr marL="0" indent="0">
              <a:buNone/>
              <a:defRPr sz="2700">
                <a:latin typeface="Atkinson Hyperlegible" pitchFamily="2" charset="77"/>
              </a:defRPr>
            </a:lvl1pPr>
          </a:lstStyle>
          <a:p>
            <a:r>
              <a:rPr lang="en-US" dirty="0"/>
              <a:t>Click to add figure caption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75228596-9D68-45D9-537F-21C55BEC15B5}"/>
              </a:ext>
            </a:extLst>
          </p:cNvPr>
          <p:cNvSpPr>
            <a:spLocks noGrp="1"/>
          </p:cNvSpPr>
          <p:nvPr>
            <p:ph idx="36" hasCustomPrompt="1"/>
          </p:nvPr>
        </p:nvSpPr>
        <p:spPr>
          <a:xfrm>
            <a:off x="22198245" y="25271175"/>
            <a:ext cx="9747504" cy="13607125"/>
          </a:xfrm>
          <a:prstGeom prst="rect">
            <a:avLst/>
          </a:prstGeom>
          <a:solidFill>
            <a:schemeClr val="tx2"/>
          </a:solidFill>
        </p:spPr>
        <p:txBody>
          <a:bodyPr lIns="274320" tIns="274320" rIns="274320" bIns="274320"/>
          <a:lstStyle>
            <a:lvl1pPr marL="137156" indent="0">
              <a:buNone/>
              <a:defRPr sz="6000" b="1">
                <a:solidFill>
                  <a:schemeClr val="bg1"/>
                </a:solidFill>
                <a:latin typeface="Atkinson Hyperlegible" pitchFamily="2" charset="77"/>
              </a:defRPr>
            </a:lvl1pPr>
            <a:lvl2pPr marL="220261" indent="0" algn="l">
              <a:buFont typeface="Arial" panose="020B0604020202020204" pitchFamily="34" charset="0"/>
              <a:buNone/>
              <a:defRPr/>
            </a:lvl2pPr>
            <a:lvl3pPr marL="685783" indent="-342892">
              <a:buFont typeface="Arial" panose="020B0604020202020204" pitchFamily="34" charset="0"/>
              <a:buChar char="•"/>
              <a:defRPr/>
            </a:lvl3pPr>
          </a:lstStyle>
          <a:p>
            <a:pPr lvl="0"/>
            <a:r>
              <a:rPr lang="en-US" dirty="0"/>
              <a:t>Heading: 60pt bold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2F65CF2B-0D07-699E-AC2B-52D9F092404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2198246" y="26721111"/>
            <a:ext cx="9747504" cy="12756054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latin typeface="Atkinson Hyperlegible" pitchFamily="2" charset="77"/>
              </a:defRPr>
            </a:lvl1pPr>
            <a:lvl2pPr marL="342892" indent="0">
              <a:lnSpc>
                <a:spcPct val="100000"/>
              </a:lnSpc>
              <a:spcBef>
                <a:spcPts val="450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</p:txBody>
      </p:sp>
      <p:sp>
        <p:nvSpPr>
          <p:cNvPr id="19" name="Title">
            <a:extLst>
              <a:ext uri="{FF2B5EF4-FFF2-40B4-BE49-F238E27FC236}">
                <a16:creationId xmlns:a16="http://schemas.microsoft.com/office/drawing/2014/main" id="{A7ABFFC6-F527-D9DA-AA96-E8601CBB90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31050768" cy="2418560"/>
          </a:xfrm>
          <a:prstGeom prst="rect">
            <a:avLst/>
          </a:prstGeom>
        </p:spPr>
        <p:txBody>
          <a:bodyPr tIns="274320" anchor="t">
            <a:normAutofit/>
          </a:bodyPr>
          <a:lstStyle>
            <a:lvl1pPr algn="ctr">
              <a:defRPr sz="9000" b="1">
                <a:latin typeface="Atkinson Hyperlegible" pitchFamily="2" charset="77"/>
              </a:defRPr>
            </a:lvl1pPr>
          </a:lstStyle>
          <a:p>
            <a:r>
              <a:rPr lang="en-US" dirty="0"/>
              <a:t>Title: 90pt bold</a:t>
            </a:r>
          </a:p>
        </p:txBody>
      </p:sp>
      <p:sp>
        <p:nvSpPr>
          <p:cNvPr id="20" name="Institution logo">
            <a:extLst>
              <a:ext uri="{FF2B5EF4-FFF2-40B4-BE49-F238E27FC236}">
                <a16:creationId xmlns:a16="http://schemas.microsoft.com/office/drawing/2014/main" id="{131EAF97-4056-F3D5-E501-F382DDF67337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14400" y="914400"/>
            <a:ext cx="6400800" cy="4572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4000"/>
            </a:lvl1pPr>
          </a:lstStyle>
          <a:p>
            <a:r>
              <a:rPr lang="en-US" dirty="0"/>
              <a:t>Logo or QRC</a:t>
            </a:r>
          </a:p>
        </p:txBody>
      </p:sp>
      <p:pic>
        <p:nvPicPr>
          <p:cNvPr id="21" name="Picture 20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80705240-0BB5-B34B-7DE5-8F03CFAA5F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98612" y="1511300"/>
            <a:ext cx="3378200" cy="3378200"/>
          </a:xfrm>
          <a:prstGeom prst="rect">
            <a:avLst/>
          </a:prstGeom>
        </p:spPr>
      </p:pic>
      <p:sp>
        <p:nvSpPr>
          <p:cNvPr id="22" name="Authors">
            <a:extLst>
              <a:ext uri="{FF2B5EF4-FFF2-40B4-BE49-F238E27FC236}">
                <a16:creationId xmlns:a16="http://schemas.microsoft.com/office/drawing/2014/main" id="{DBDBD39C-2E20-10AB-AA42-1BF70989C45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399" y="3444080"/>
            <a:ext cx="31050768" cy="112633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ctr">
              <a:buNone/>
              <a:defRPr sz="6000">
                <a:latin typeface="Atkinson Hyperlegible" pitchFamily="2" charset="77"/>
              </a:defRPr>
            </a:lvl1pPr>
            <a:lvl2pPr marL="457189" indent="0" algn="ctr">
              <a:buNone/>
              <a:defRPr sz="4800">
                <a:latin typeface="Atkinson Hyperlegible" pitchFamily="2" charset="77"/>
              </a:defRPr>
            </a:lvl2pPr>
            <a:lvl5pPr marL="8778021" indent="0">
              <a:buNone/>
              <a:defRPr/>
            </a:lvl5pPr>
          </a:lstStyle>
          <a:p>
            <a:pPr lvl="0"/>
            <a:r>
              <a:rPr lang="en-US" dirty="0"/>
              <a:t>Author(s): 60pt </a:t>
            </a:r>
          </a:p>
        </p:txBody>
      </p:sp>
      <p:sp>
        <p:nvSpPr>
          <p:cNvPr id="23" name="Authors">
            <a:extLst>
              <a:ext uri="{FF2B5EF4-FFF2-40B4-BE49-F238E27FC236}">
                <a16:creationId xmlns:a16="http://schemas.microsoft.com/office/drawing/2014/main" id="{1A543C33-50AF-F473-09BB-5C1EBF8472B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4399" y="4718845"/>
            <a:ext cx="31050768" cy="102711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ctr">
              <a:buNone/>
              <a:defRPr sz="8000">
                <a:latin typeface="Atkinson Hyperlegible" pitchFamily="2" charset="77"/>
              </a:defRPr>
            </a:lvl1pPr>
            <a:lvl2pPr marL="457189" indent="0" algn="ctr">
              <a:buNone/>
              <a:defRPr sz="4800">
                <a:latin typeface="Atkinson Hyperlegible" pitchFamily="2" charset="77"/>
              </a:defRPr>
            </a:lvl2pPr>
            <a:lvl5pPr marL="8778021" indent="0">
              <a:buNone/>
              <a:defRPr/>
            </a:lvl5pPr>
          </a:lstStyle>
          <a:p>
            <a:pPr lvl="1"/>
            <a:r>
              <a:rPr lang="en-US" dirty="0"/>
              <a:t>Affiliation(s): 48pt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3F6F2C69-B13B-928E-89DE-078292EBD170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16983368" y="21525152"/>
            <a:ext cx="3362911" cy="34779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Atkinson Hyperlegible" pitchFamily="2" charset="77"/>
              </a:defRPr>
            </a:lvl1pPr>
          </a:lstStyle>
          <a:p>
            <a:endParaRPr lang="en-US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A3165766-15B0-9D36-7928-CAC2C6D65941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6983367" y="16799843"/>
            <a:ext cx="3362911" cy="34779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Atkinson Hyperlegible" pitchFamily="2" charset="77"/>
              </a:defRPr>
            </a:lvl1pPr>
          </a:lstStyle>
          <a:p>
            <a:endParaRPr lang="en-US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2B533C2E-B653-31ED-693A-14F76976C473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12572122" y="21525152"/>
            <a:ext cx="3362911" cy="34779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Atkinson Hyperlegible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86945328-18E1-853E-ECA8-C25BD45988A1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12572122" y="16817463"/>
            <a:ext cx="3362911" cy="34779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Atkinson Hyperlegible" pitchFamily="2" charset="77"/>
              </a:defRPr>
            </a:lvl1pPr>
          </a:lstStyle>
          <a:p>
            <a:endParaRPr lang="en-US"/>
          </a:p>
        </p:txBody>
      </p:sp>
      <p:sp>
        <p:nvSpPr>
          <p:cNvPr id="28" name="Chart Placeholder 11">
            <a:extLst>
              <a:ext uri="{FF2B5EF4-FFF2-40B4-BE49-F238E27FC236}">
                <a16:creationId xmlns:a16="http://schemas.microsoft.com/office/drawing/2014/main" id="{A4C511FE-AF0C-571C-0E90-A47E55361755}"/>
              </a:ext>
            </a:extLst>
          </p:cNvPr>
          <p:cNvSpPr>
            <a:spLocks noGrp="1"/>
          </p:cNvSpPr>
          <p:nvPr>
            <p:ph type="chart" sz="quarter" idx="59" hasCustomPrompt="1"/>
          </p:nvPr>
        </p:nvSpPr>
        <p:spPr>
          <a:xfrm>
            <a:off x="13439408" y="34873706"/>
            <a:ext cx="6000750" cy="7308880"/>
          </a:xfrm>
          <a:prstGeom prst="rect">
            <a:avLst/>
          </a:prstGeom>
        </p:spPr>
        <p:txBody>
          <a:bodyPr rIns="274320">
            <a:normAutofit/>
          </a:bodyPr>
          <a:lstStyle>
            <a:lvl1pPr marL="0" indent="0">
              <a:buNone/>
              <a:defRPr sz="2700">
                <a:latin typeface="Atkinson Hyperlegible" pitchFamily="2" charset="77"/>
              </a:defRPr>
            </a:lvl1pPr>
          </a:lstStyle>
          <a:p>
            <a:r>
              <a:rPr lang="en-US" dirty="0"/>
              <a:t>Click to add figure caption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5C7BED1-4E5E-8E20-E600-BEA3D13B624B}"/>
              </a:ext>
            </a:extLst>
          </p:cNvPr>
          <p:cNvCxnSpPr>
            <a:cxnSpLocks/>
          </p:cNvCxnSpPr>
          <p:nvPr userDrawn="1"/>
        </p:nvCxnSpPr>
        <p:spPr>
          <a:xfrm>
            <a:off x="0" y="12361292"/>
            <a:ext cx="32918400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88D6B9D8-483F-9CB3-3A8F-F995130BFBD3}"/>
              </a:ext>
            </a:extLst>
          </p:cNvPr>
          <p:cNvSpPr/>
          <p:nvPr userDrawn="1"/>
        </p:nvSpPr>
        <p:spPr>
          <a:xfrm>
            <a:off x="-19417" y="6400800"/>
            <a:ext cx="32918400" cy="66644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75">
              <a:latin typeface="Atkinson Hyperlegible" pitchFamily="2" charset="77"/>
            </a:endParaRPr>
          </a:p>
        </p:txBody>
      </p:sp>
      <p:sp>
        <p:nvSpPr>
          <p:cNvPr id="32" name="Picture Placeholder 25">
            <a:extLst>
              <a:ext uri="{FF2B5EF4-FFF2-40B4-BE49-F238E27FC236}">
                <a16:creationId xmlns:a16="http://schemas.microsoft.com/office/drawing/2014/main" id="{F37C1558-C768-7A4B-49D8-A3E3DE5FB099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7142818" y="8399825"/>
            <a:ext cx="8763879" cy="34779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Atkinson Hyperlegible" pitchFamily="2" charset="77"/>
              </a:defRPr>
            </a:lvl1pPr>
          </a:lstStyle>
          <a:p>
            <a:r>
              <a:rPr lang="en-US" dirty="0"/>
              <a:t>Graphical Abstract</a:t>
            </a:r>
          </a:p>
        </p:txBody>
      </p:sp>
      <p:sp>
        <p:nvSpPr>
          <p:cNvPr id="33" name="Picture Placeholder 25">
            <a:extLst>
              <a:ext uri="{FF2B5EF4-FFF2-40B4-BE49-F238E27FC236}">
                <a16:creationId xmlns:a16="http://schemas.microsoft.com/office/drawing/2014/main" id="{2B12C24C-7239-E081-FB86-646E5B6D2784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18667575" y="8386575"/>
            <a:ext cx="8763879" cy="34779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Atkinson Hyperlegible" pitchFamily="2" charset="77"/>
              </a:defRPr>
            </a:lvl1pPr>
          </a:lstStyle>
          <a:p>
            <a:r>
              <a:rPr lang="en-US" dirty="0"/>
              <a:t>Graphical Abstract</a:t>
            </a:r>
          </a:p>
        </p:txBody>
      </p:sp>
      <p:sp>
        <p:nvSpPr>
          <p:cNvPr id="34" name="Title">
            <a:extLst>
              <a:ext uri="{FF2B5EF4-FFF2-40B4-BE49-F238E27FC236}">
                <a16:creationId xmlns:a16="http://schemas.microsoft.com/office/drawing/2014/main" id="{5A3ED613-A3ED-D0BF-5034-054E8EA20E84}"/>
              </a:ext>
            </a:extLst>
          </p:cNvPr>
          <p:cNvSpPr txBox="1">
            <a:spLocks/>
          </p:cNvSpPr>
          <p:nvPr userDrawn="1"/>
        </p:nvSpPr>
        <p:spPr>
          <a:xfrm>
            <a:off x="1416702" y="6795481"/>
            <a:ext cx="8500137" cy="1365857"/>
          </a:xfrm>
          <a:prstGeom prst="rect">
            <a:avLst/>
          </a:prstGeom>
        </p:spPr>
        <p:txBody>
          <a:bodyPr tIns="274320" anchor="t">
            <a:normAutofit/>
          </a:bodyPr>
          <a:lstStyle>
            <a:lvl1pPr algn="ctr" defTabSz="32918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9000" b="1" kern="1200">
                <a:solidFill>
                  <a:schemeClr val="tx1"/>
                </a:solidFill>
                <a:latin typeface="Atkinson Hyperlegible" pitchFamily="2" charset="77"/>
                <a:ea typeface="+mj-ea"/>
                <a:cs typeface="+mj-cs"/>
              </a:defRPr>
            </a:lvl1pPr>
          </a:lstStyle>
          <a:p>
            <a:r>
              <a:rPr lang="en-US" sz="6000" dirty="0">
                <a:solidFill>
                  <a:schemeClr val="tx2"/>
                </a:solidFill>
              </a:rPr>
              <a:t>Graphical Abstract</a:t>
            </a:r>
          </a:p>
        </p:txBody>
      </p:sp>
    </p:spTree>
    <p:extLst>
      <p:ext uri="{BB962C8B-B14F-4D97-AF65-F5344CB8AC3E}">
        <p14:creationId xmlns:p14="http://schemas.microsoft.com/office/powerpoint/2010/main" val="1241661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">
            <a:extLst>
              <a:ext uri="{FF2B5EF4-FFF2-40B4-BE49-F238E27FC236}">
                <a16:creationId xmlns:a16="http://schemas.microsoft.com/office/drawing/2014/main" id="{5A3ED613-A3ED-D0BF-5034-054E8EA20E84}"/>
              </a:ext>
            </a:extLst>
          </p:cNvPr>
          <p:cNvSpPr txBox="1">
            <a:spLocks/>
          </p:cNvSpPr>
          <p:nvPr userDrawn="1"/>
        </p:nvSpPr>
        <p:spPr>
          <a:xfrm>
            <a:off x="1416702" y="6795481"/>
            <a:ext cx="8500137" cy="1365857"/>
          </a:xfrm>
          <a:prstGeom prst="rect">
            <a:avLst/>
          </a:prstGeom>
        </p:spPr>
        <p:txBody>
          <a:bodyPr tIns="274320" anchor="t">
            <a:normAutofit/>
          </a:bodyPr>
          <a:lstStyle>
            <a:lvl1pPr algn="ctr" defTabSz="32918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9000" b="1" kern="1200">
                <a:solidFill>
                  <a:schemeClr val="tx1"/>
                </a:solidFill>
                <a:latin typeface="Atkinson Hyperlegible" pitchFamily="2" charset="77"/>
                <a:ea typeface="+mj-ea"/>
                <a:cs typeface="+mj-cs"/>
              </a:defRPr>
            </a:lvl1pPr>
          </a:lstStyle>
          <a:p>
            <a:r>
              <a:rPr lang="en-US" sz="6000" dirty="0">
                <a:solidFill>
                  <a:schemeClr val="bg2"/>
                </a:solidFill>
              </a:rPr>
              <a:t>Graphical Abstract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0305F1-1371-B963-342B-69247A96312E}"/>
              </a:ext>
            </a:extLst>
          </p:cNvPr>
          <p:cNvSpPr/>
          <p:nvPr userDrawn="1"/>
        </p:nvSpPr>
        <p:spPr>
          <a:xfrm>
            <a:off x="-73152" y="-139659"/>
            <a:ext cx="33055560" cy="1277325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 dirty="0">
              <a:latin typeface="Atkinson Hyperlegible" pitchFamily="2" charset="77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5A2D47-4AB4-D16E-9824-2D910D013235}"/>
              </a:ext>
            </a:extLst>
          </p:cNvPr>
          <p:cNvSpPr/>
          <p:nvPr userDrawn="1"/>
        </p:nvSpPr>
        <p:spPr>
          <a:xfrm>
            <a:off x="0" y="38404800"/>
            <a:ext cx="32918400" cy="5486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 dirty="0">
              <a:latin typeface="Atkinson Hyperlegible" pitchFamily="2" charset="7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417940-5012-D0F2-E0C9-2EE60F526ED6}"/>
              </a:ext>
            </a:extLst>
          </p:cNvPr>
          <p:cNvSpPr/>
          <p:nvPr userDrawn="1"/>
        </p:nvSpPr>
        <p:spPr>
          <a:xfrm>
            <a:off x="0" y="12774168"/>
            <a:ext cx="32918400" cy="5486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 dirty="0">
              <a:latin typeface="Atkinson Hyperlegible" pitchFamily="2" charset="77"/>
              <a:ea typeface="Source Sans Pro" panose="020B0503030403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9EC2420-91F6-9B2F-D5EA-76AB28242030}"/>
              </a:ext>
            </a:extLst>
          </p:cNvPr>
          <p:cNvSpPr txBox="1"/>
          <p:nvPr userDrawn="1"/>
        </p:nvSpPr>
        <p:spPr>
          <a:xfrm>
            <a:off x="914400" y="18717768"/>
            <a:ext cx="685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0" b="1" dirty="0">
                <a:solidFill>
                  <a:schemeClr val="bg2"/>
                </a:solidFill>
                <a:latin typeface="Atkinson Hyperlegible" pitchFamily="2" charset="77"/>
              </a:rPr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FCC18A-3035-ED00-5A96-43F1920C4305}"/>
              </a:ext>
            </a:extLst>
          </p:cNvPr>
          <p:cNvSpPr txBox="1"/>
          <p:nvPr userDrawn="1"/>
        </p:nvSpPr>
        <p:spPr>
          <a:xfrm>
            <a:off x="16720457" y="18717768"/>
            <a:ext cx="685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0" b="1" dirty="0">
                <a:solidFill>
                  <a:schemeClr val="bg2"/>
                </a:solidFill>
                <a:latin typeface="Atkinson Hyperlegible" pitchFamily="2" charset="77"/>
              </a:rPr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D48B090-C8C6-A15B-D549-0F9DE444D769}"/>
              </a:ext>
            </a:extLst>
          </p:cNvPr>
          <p:cNvSpPr txBox="1"/>
          <p:nvPr userDrawn="1"/>
        </p:nvSpPr>
        <p:spPr>
          <a:xfrm>
            <a:off x="914400" y="28318968"/>
            <a:ext cx="685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0" b="1" dirty="0">
                <a:solidFill>
                  <a:schemeClr val="bg2"/>
                </a:solidFill>
                <a:latin typeface="Atkinson Hyperlegible" pitchFamily="2" charset="77"/>
              </a:rPr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88A103F-8F23-FD43-62FA-BBF87E4C5409}"/>
              </a:ext>
            </a:extLst>
          </p:cNvPr>
          <p:cNvSpPr txBox="1"/>
          <p:nvPr userDrawn="1"/>
        </p:nvSpPr>
        <p:spPr>
          <a:xfrm>
            <a:off x="16720457" y="28318968"/>
            <a:ext cx="685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0" b="1" dirty="0">
                <a:solidFill>
                  <a:schemeClr val="bg2"/>
                </a:solidFill>
                <a:latin typeface="Atkinson Hyperlegible" pitchFamily="2" charset="77"/>
              </a:rPr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FD71688-8D1F-0726-A4C5-F8CDF2438CE5}"/>
              </a:ext>
            </a:extLst>
          </p:cNvPr>
          <p:cNvSpPr txBox="1"/>
          <p:nvPr userDrawn="1"/>
        </p:nvSpPr>
        <p:spPr>
          <a:xfrm>
            <a:off x="914400" y="6918736"/>
            <a:ext cx="10287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  <a:latin typeface="Atkinson Hyperlegible" pitchFamily="2" charset="77"/>
              </a:rPr>
              <a:t>Background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768EE7A-B382-3BA8-07DF-1356F07A61D0}"/>
              </a:ext>
            </a:extLst>
          </p:cNvPr>
          <p:cNvSpPr txBox="1"/>
          <p:nvPr userDrawn="1"/>
        </p:nvSpPr>
        <p:spPr>
          <a:xfrm>
            <a:off x="914400" y="38862000"/>
            <a:ext cx="10287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tx2"/>
                </a:solidFill>
                <a:latin typeface="Atkinson Hyperlegible" pitchFamily="2" charset="77"/>
              </a:rPr>
              <a:t>Abstract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36747F71-13F9-F0BF-79E1-D31DB9256F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14400"/>
            <a:ext cx="26784212" cy="2971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0" b="1">
                <a:solidFill>
                  <a:schemeClr val="bg1">
                    <a:lumMod val="95000"/>
                  </a:schemeClr>
                </a:solidFill>
                <a:latin typeface="Atkinson Hyperlegible" pitchFamily="2" charset="77"/>
              </a:defRPr>
            </a:lvl1pPr>
          </a:lstStyle>
          <a:p>
            <a:pPr lvl="0"/>
            <a:r>
              <a:rPr lang="en-US" dirty="0"/>
              <a:t>Super </a:t>
            </a:r>
            <a:r>
              <a:rPr lang="en-US" dirty="0" err="1"/>
              <a:t>Kewl</a:t>
            </a:r>
            <a:r>
              <a:rPr lang="en-US" dirty="0"/>
              <a:t> Title Goes Here</a:t>
            </a:r>
          </a:p>
        </p:txBody>
      </p:sp>
      <p:sp>
        <p:nvSpPr>
          <p:cNvPr id="40" name="Text Placeholder 37">
            <a:extLst>
              <a:ext uri="{FF2B5EF4-FFF2-40B4-BE49-F238E27FC236}">
                <a16:creationId xmlns:a16="http://schemas.microsoft.com/office/drawing/2014/main" id="{959C1165-22BB-51EB-C1F5-D43C451577B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07813"/>
            <a:ext cx="20261581" cy="1161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0" i="0">
                <a:solidFill>
                  <a:schemeClr val="bg2"/>
                </a:solidFill>
                <a:latin typeface="Atkinson Hyperlegible" pitchFamily="2" charset="77"/>
              </a:defRPr>
            </a:lvl1pPr>
          </a:lstStyle>
          <a:p>
            <a:pPr lvl="0"/>
            <a:r>
              <a:rPr lang="en-US" dirty="0"/>
              <a:t>Author(s)</a:t>
            </a:r>
          </a:p>
        </p:txBody>
      </p:sp>
      <p:sp>
        <p:nvSpPr>
          <p:cNvPr id="41" name="Text Placeholder 37">
            <a:extLst>
              <a:ext uri="{FF2B5EF4-FFF2-40B4-BE49-F238E27FC236}">
                <a16:creationId xmlns:a16="http://schemas.microsoft.com/office/drawing/2014/main" id="{69ED402E-FC5C-9020-A945-DAF3BE0D05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40352472"/>
            <a:ext cx="10287000" cy="2624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500" b="0" i="0">
                <a:solidFill>
                  <a:schemeClr val="tx1"/>
                </a:solidFill>
                <a:latin typeface="Atkinson Hyperlegible" pitchFamily="2" charset="77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&gt; 100 words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D5D80168-AD60-3B91-08FF-7C12A2CB09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399" y="14758416"/>
            <a:ext cx="13716001" cy="176784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000">
                <a:solidFill>
                  <a:schemeClr val="tx1"/>
                </a:solidFill>
                <a:latin typeface="Atkinson Hyperlegible" pitchFamily="2" charset="77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Take-home message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813D015D-6FEE-254A-E7C4-5066C37E65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0" y="13459968"/>
            <a:ext cx="13716000" cy="4105656"/>
          </a:xfrm>
          <a:prstGeom prst="rect">
            <a:avLst/>
          </a:prstGeom>
        </p:spPr>
        <p:txBody>
          <a:bodyPr anchor="ctr"/>
          <a:lstStyle>
            <a:lvl1pPr marL="857250" indent="-857250">
              <a:buFont typeface="Arial" panose="020B0604020202020204" pitchFamily="34" charset="0"/>
              <a:buChar char="•"/>
              <a:defRPr sz="6000" b="0" i="0">
                <a:solidFill>
                  <a:schemeClr val="tx1"/>
                </a:solidFill>
                <a:latin typeface="Atkinson Hyperlegible" pitchFamily="2" charset="77"/>
              </a:defRPr>
            </a:lvl1pPr>
          </a:lstStyle>
          <a:p>
            <a:pPr lvl="0"/>
            <a:r>
              <a:rPr lang="en-US" dirty="0"/>
              <a:t>Highlight 1</a:t>
            </a:r>
          </a:p>
          <a:p>
            <a:pPr lvl="0"/>
            <a:r>
              <a:rPr lang="en-US" dirty="0"/>
              <a:t>Highlight 2</a:t>
            </a:r>
          </a:p>
          <a:p>
            <a:pPr lvl="0"/>
            <a:r>
              <a:rPr lang="en-US" dirty="0"/>
              <a:t>Highlight 3</a:t>
            </a:r>
          </a:p>
        </p:txBody>
      </p:sp>
      <p:sp>
        <p:nvSpPr>
          <p:cNvPr id="44" name="Text Placeholder 35">
            <a:extLst>
              <a:ext uri="{FF2B5EF4-FFF2-40B4-BE49-F238E27FC236}">
                <a16:creationId xmlns:a16="http://schemas.microsoft.com/office/drawing/2014/main" id="{46447F80-B28F-1B4D-5F1B-22F46BAF65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00200" y="19403568"/>
            <a:ext cx="9601200" cy="13533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0" i="0">
                <a:solidFill>
                  <a:schemeClr val="tx1"/>
                </a:solidFill>
                <a:latin typeface="Atkinson Hyperlegible" pitchFamily="2" charset="77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Main message of Fig. 1</a:t>
            </a:r>
          </a:p>
        </p:txBody>
      </p:sp>
      <p:sp>
        <p:nvSpPr>
          <p:cNvPr id="45" name="Text Placeholder 35">
            <a:extLst>
              <a:ext uri="{FF2B5EF4-FFF2-40B4-BE49-F238E27FC236}">
                <a16:creationId xmlns:a16="http://schemas.microsoft.com/office/drawing/2014/main" id="{6AF0B263-A5B0-8FE3-5CAB-FED8B12603E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00200" y="29032200"/>
            <a:ext cx="9601200" cy="13533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0" i="0">
                <a:solidFill>
                  <a:schemeClr val="tx1"/>
                </a:solidFill>
                <a:latin typeface="Atkinson Hyperlegible" pitchFamily="2" charset="77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Main message of Fig. 3</a:t>
            </a:r>
          </a:p>
        </p:txBody>
      </p:sp>
      <p:sp>
        <p:nvSpPr>
          <p:cNvPr id="46" name="Text Placeholder 35">
            <a:extLst>
              <a:ext uri="{FF2B5EF4-FFF2-40B4-BE49-F238E27FC236}">
                <a16:creationId xmlns:a16="http://schemas.microsoft.com/office/drawing/2014/main" id="{2D62DB9E-251F-B8F9-A8D1-7E9133143DC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406257" y="29032200"/>
            <a:ext cx="9601200" cy="13533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0" i="0">
                <a:solidFill>
                  <a:schemeClr val="tx1"/>
                </a:solidFill>
                <a:latin typeface="Atkinson Hyperlegible" pitchFamily="2" charset="77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Main message of Fig. 4</a:t>
            </a:r>
          </a:p>
        </p:txBody>
      </p:sp>
      <p:sp>
        <p:nvSpPr>
          <p:cNvPr id="47" name="Text Placeholder 35">
            <a:extLst>
              <a:ext uri="{FF2B5EF4-FFF2-40B4-BE49-F238E27FC236}">
                <a16:creationId xmlns:a16="http://schemas.microsoft.com/office/drawing/2014/main" id="{7B09917C-78D6-42D9-4705-147186B1C5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406257" y="19403568"/>
            <a:ext cx="9601200" cy="13533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0" i="0">
                <a:solidFill>
                  <a:schemeClr val="tx1"/>
                </a:solidFill>
                <a:latin typeface="Atkinson Hyperlegible" pitchFamily="2" charset="77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Main message of Fig. 2</a:t>
            </a:r>
          </a:p>
        </p:txBody>
      </p:sp>
      <p:sp>
        <p:nvSpPr>
          <p:cNvPr id="48" name="Text Placeholder 35">
            <a:extLst>
              <a:ext uri="{FF2B5EF4-FFF2-40B4-BE49-F238E27FC236}">
                <a16:creationId xmlns:a16="http://schemas.microsoft.com/office/drawing/2014/main" id="{FF62733C-2C09-478B-88E9-593518B57E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860000" y="39369831"/>
            <a:ext cx="8294914" cy="3606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500" b="0" i="0">
                <a:solidFill>
                  <a:schemeClr val="tx1"/>
                </a:solidFill>
                <a:latin typeface="Atkinson Hyperlegible" pitchFamily="2" charset="77"/>
                <a:ea typeface="Source Sans Pro" panose="020B0503030403020204" pitchFamily="34" charset="0"/>
              </a:defRPr>
            </a:lvl1pPr>
          </a:lstStyle>
          <a:p>
            <a:r>
              <a:rPr lang="en-US" sz="4500" dirty="0">
                <a:latin typeface="Avenir Light" panose="020B0402020203020204" pitchFamily="34" charset="77"/>
              </a:rPr>
              <a:t>References, Funding, Acknowledgements, etc.</a:t>
            </a:r>
          </a:p>
        </p:txBody>
      </p:sp>
      <p:sp>
        <p:nvSpPr>
          <p:cNvPr id="49" name="Text Placeholder 35">
            <a:extLst>
              <a:ext uri="{FF2B5EF4-FFF2-40B4-BE49-F238E27FC236}">
                <a16:creationId xmlns:a16="http://schemas.microsoft.com/office/drawing/2014/main" id="{A42C5644-7824-2F92-3C31-2CB95A5DF9E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0199" y="21264284"/>
            <a:ext cx="14401800" cy="664768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0" i="0">
                <a:latin typeface="Atkinson Hyperlegible" pitchFamily="2" charset="77"/>
              </a:defRPr>
            </a:lvl1pPr>
          </a:lstStyle>
          <a:p>
            <a:pPr lvl="0"/>
            <a:r>
              <a:rPr lang="en-US" dirty="0"/>
              <a:t>Suggested boundaries on Figure 1</a:t>
            </a:r>
          </a:p>
        </p:txBody>
      </p:sp>
      <p:sp>
        <p:nvSpPr>
          <p:cNvPr id="50" name="Text Placeholder 35">
            <a:extLst>
              <a:ext uri="{FF2B5EF4-FFF2-40B4-BE49-F238E27FC236}">
                <a16:creationId xmlns:a16="http://schemas.microsoft.com/office/drawing/2014/main" id="{E4FA29A2-4F29-A6B7-6984-4EC84E7D08D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286000" y="8202168"/>
            <a:ext cx="28346400" cy="36576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0" i="0">
                <a:latin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Suggested boundaries for graphical abstract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8AAA0B3-A8EA-0820-6248-EA0DCFFBA7EC}"/>
              </a:ext>
            </a:extLst>
          </p:cNvPr>
          <p:cNvCxnSpPr>
            <a:cxnSpLocks/>
          </p:cNvCxnSpPr>
          <p:nvPr userDrawn="1"/>
        </p:nvCxnSpPr>
        <p:spPr>
          <a:xfrm>
            <a:off x="16459200" y="13459968"/>
            <a:ext cx="0" cy="4114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35">
            <a:extLst>
              <a:ext uri="{FF2B5EF4-FFF2-40B4-BE49-F238E27FC236}">
                <a16:creationId xmlns:a16="http://schemas.microsoft.com/office/drawing/2014/main" id="{5F4EE76F-FAD0-ECC2-C4EE-E04A83A2664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7373600" y="21264284"/>
            <a:ext cx="14630400" cy="664768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0" i="0">
                <a:latin typeface="Atkinson Hyperlegible" pitchFamily="2" charset="77"/>
              </a:defRPr>
            </a:lvl1pPr>
          </a:lstStyle>
          <a:p>
            <a:pPr lvl="0"/>
            <a:r>
              <a:rPr lang="en-US" dirty="0"/>
              <a:t>Suggested boundaries on Figure 2</a:t>
            </a:r>
          </a:p>
        </p:txBody>
      </p:sp>
      <p:sp>
        <p:nvSpPr>
          <p:cNvPr id="56" name="Text Placeholder 35">
            <a:extLst>
              <a:ext uri="{FF2B5EF4-FFF2-40B4-BE49-F238E27FC236}">
                <a16:creationId xmlns:a16="http://schemas.microsoft.com/office/drawing/2014/main" id="{BE3B9C9E-371F-8F53-B94B-B4A219B8042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600199" y="30842712"/>
            <a:ext cx="14401800" cy="664768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0" i="0">
                <a:latin typeface="Atkinson Hyperlegible" pitchFamily="2" charset="77"/>
              </a:defRPr>
            </a:lvl1pPr>
          </a:lstStyle>
          <a:p>
            <a:pPr lvl="0"/>
            <a:r>
              <a:rPr lang="en-US" dirty="0"/>
              <a:t>Suggested boundaries on Figure 3</a:t>
            </a:r>
          </a:p>
        </p:txBody>
      </p:sp>
      <p:sp>
        <p:nvSpPr>
          <p:cNvPr id="57" name="Text Placeholder 35">
            <a:extLst>
              <a:ext uri="{FF2B5EF4-FFF2-40B4-BE49-F238E27FC236}">
                <a16:creationId xmlns:a16="http://schemas.microsoft.com/office/drawing/2014/main" id="{E58ADDDC-EE5A-7F25-F914-ADF327A70BE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7373600" y="30842712"/>
            <a:ext cx="14630400" cy="664768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0" i="0">
                <a:latin typeface="Atkinson Hyperlegible" pitchFamily="2" charset="77"/>
              </a:defRPr>
            </a:lvl1pPr>
          </a:lstStyle>
          <a:p>
            <a:pPr lvl="0"/>
            <a:r>
              <a:rPr lang="en-US" dirty="0"/>
              <a:t>Suggested boundaries on Figure 4</a:t>
            </a:r>
          </a:p>
        </p:txBody>
      </p:sp>
      <p:pic>
        <p:nvPicPr>
          <p:cNvPr id="58" name="Picture 57" descr="A black and red logo&#10;&#10;Description automatically generated">
            <a:extLst>
              <a:ext uri="{FF2B5EF4-FFF2-40B4-BE49-F238E27FC236}">
                <a16:creationId xmlns:a16="http://schemas.microsoft.com/office/drawing/2014/main" id="{2C727E75-12B7-C388-7597-4F8B5DA403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108030" y="40270275"/>
            <a:ext cx="6098827" cy="1965738"/>
          </a:xfrm>
          <a:prstGeom prst="rect">
            <a:avLst/>
          </a:prstGeom>
        </p:spPr>
      </p:pic>
      <p:pic>
        <p:nvPicPr>
          <p:cNvPr id="59" name="Picture 58" descr="A red and white symbol with a black background&#10;&#10;Description automatically generated">
            <a:extLst>
              <a:ext uri="{FF2B5EF4-FFF2-40B4-BE49-F238E27FC236}">
                <a16:creationId xmlns:a16="http://schemas.microsoft.com/office/drawing/2014/main" id="{D9B37055-6D0C-C53B-F685-72D7E5CE971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994342" y="39852178"/>
            <a:ext cx="2624328" cy="2624328"/>
          </a:xfrm>
          <a:prstGeom prst="rect">
            <a:avLst/>
          </a:prstGeom>
        </p:spPr>
      </p:pic>
      <p:pic>
        <p:nvPicPr>
          <p:cNvPr id="21" name="Picture 20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80705240-0BB5-B34B-7DE5-8F03CFAA5F6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387800" y="1232276"/>
            <a:ext cx="2616200" cy="2616200"/>
          </a:xfrm>
          <a:prstGeom prst="rect">
            <a:avLst/>
          </a:prstGeom>
        </p:spPr>
      </p:pic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CDCA468-5063-A387-04AC-C83BD1A2192D}"/>
              </a:ext>
            </a:extLst>
          </p:cNvPr>
          <p:cNvCxnSpPr>
            <a:cxnSpLocks/>
          </p:cNvCxnSpPr>
          <p:nvPr userDrawn="1"/>
        </p:nvCxnSpPr>
        <p:spPr>
          <a:xfrm>
            <a:off x="-351170" y="12663526"/>
            <a:ext cx="33269570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1679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0310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1" r:id="rId2"/>
    <p:sldLayoutId id="2147483663" r:id="rId3"/>
    <p:sldLayoutId id="2147483664" r:id="rId4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ssible slide title"/>
          <p:cNvSpPr/>
          <p:nvPr>
            <p:ph type="title"/>
          </p:nvPr>
        </p:nvSpPr>
        <p:spPr>
          <a:xfrm>
            <a:off x="0" y="-914400"/>
            <a:ext cx="20000000" cy="457200"/>
          </a:xfrm>
          <a:noFill/>
        </p:spPr>
        <p:txBody>
          <a:bodyPr/>
          <a:lstStyle/>
          <a:p>
            <a:r>
              <a:rPr lang="en-US" sz="2000"/>
              <a:t>48x36 vertical poster template — instructions</a:t>
            </a:r>
          </a:p>
        </p:txBody>
      </p:sp>
      <p:sp>
        <p:nvSpPr>
          <p:cNvPr id="3" name="Template instructions — accessible text equivalent"/>
          <p:cNvSpPr/>
          <p:nvPr/>
        </p:nvSpPr>
        <p:spPr>
          <a:xfrm>
            <a:off x="0" y="-20000000"/>
            <a:ext cx="20000000" cy="18000000"/>
          </a:xfrm>
          <a:noFill/>
        </p:spPr>
        <p:txBody>
          <a:bodyPr/>
          <a:lstStyle/>
          <a:p>
            <a:r>
              <a:t>This template is inspired by the #evenbetterpostertemplate and work by the MIT-BECL lab. </a:t>
            </a:r>
          </a:p>
          <a:p>
            <a:r>
              <a:t>This default font for this template is Atkinson Hyperlegible which is designed to be accessible for low-vision readers. You may need to download and install the font on your device. Or you can select a font that is compatible with all Microsoft office products. </a:t>
            </a:r>
          </a:p>
          <a:p>
            <a:r>
              <a:t>UNL’s color pallet is built into the template color theme.</a:t>
            </a:r>
          </a:p>
          <a:p>
            <a:r>
              <a:t>You can change the background color in the Slide Master. </a:t>
            </a:r>
          </a:p>
          <a:p>
            <a:r>
              <a:t>You also need to make your own QRC code or delete it on the Slide Master. </a:t>
            </a:r>
          </a:p>
          <a:p>
            <a:r>
              <a:t>When inserting a graph, chart, table, etc., it will automatically be styled according to brand standards. To adjust colors, use the built-in color theme.</a:t>
            </a:r>
          </a:p>
          <a:p>
            <a:r>
              <a:t>You can copy and paste UNL’s Law-Psych Program &amp; University logos from here below.</a:t>
            </a:r>
          </a:p>
          <a:p>
            <a:r>
              <a:t>This slide is just for context and to help you use the template.</a:t>
            </a:r>
          </a:p>
        </p:txBody>
      </p:sp>
    </p:spTree>
    <p:extLst>
      <p:ext uri="{BB962C8B-B14F-4D97-AF65-F5344CB8AC3E}">
        <p14:creationId xmlns:p14="http://schemas.microsoft.com/office/powerpoint/2010/main" val="2529801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3AD3A1-BCCE-AD1E-363D-DEB0837CC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48x36 vertical poster template — layout 1</a:t>
            </a:r>
          </a:p>
        </p:txBody>
      </p:sp>
      <p:sp>
        <p:nvSpPr>
          <p:cNvPr id="15" name="Logo or QRC">
            <a:extLst>
              <a:ext uri="{FF2B5EF4-FFF2-40B4-BE49-F238E27FC236}">
                <a16:creationId xmlns:a16="http://schemas.microsoft.com/office/drawing/2014/main" id="{B5872DA9-B683-C69E-9B0B-5B4FE92E6AB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Author(s): 60pt">
            <a:extLst>
              <a:ext uri="{FF2B5EF4-FFF2-40B4-BE49-F238E27FC236}">
                <a16:creationId xmlns:a16="http://schemas.microsoft.com/office/drawing/2014/main" id="{68389950-E8BD-BCF9-3201-5C0542C66B6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Affiliation(s): 48pt">
            <a:extLst>
              <a:ext uri="{FF2B5EF4-FFF2-40B4-BE49-F238E27FC236}">
                <a16:creationId xmlns:a16="http://schemas.microsoft.com/office/drawing/2014/main" id="{FAC210B9-7D5D-FAA1-213F-2A9C0EE7A8E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Heading: 60pt bold">
            <a:extLst>
              <a:ext uri="{FF2B5EF4-FFF2-40B4-BE49-F238E27FC236}">
                <a16:creationId xmlns:a16="http://schemas.microsoft.com/office/drawing/2014/main" id="{E05095C2-8745-8374-D575-480D66563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Insert content here: 36pt">
            <a:extLst>
              <a:ext uri="{FF2B5EF4-FFF2-40B4-BE49-F238E27FC236}">
                <a16:creationId xmlns:a16="http://schemas.microsoft.com/office/drawing/2014/main" id="{2F126581-A3B8-240D-B3CE-68024DD95BB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Heading: 60pt bold">
            <a:extLst>
              <a:ext uri="{FF2B5EF4-FFF2-40B4-BE49-F238E27FC236}">
                <a16:creationId xmlns:a16="http://schemas.microsoft.com/office/drawing/2014/main" id="{60E684FA-41AF-6849-EDCE-5032D94994DB}"/>
              </a:ext>
            </a:extLst>
          </p:cNvPr>
          <p:cNvSpPr>
            <a:spLocks noGrp="1"/>
          </p:cNvSpPr>
          <p:nvPr>
            <p:ph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Insert content here: 36pt">
            <a:extLst>
              <a:ext uri="{FF2B5EF4-FFF2-40B4-BE49-F238E27FC236}">
                <a16:creationId xmlns:a16="http://schemas.microsoft.com/office/drawing/2014/main" id="{9BC959A7-5162-16A0-1EDE-9303D4E929A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Heading: 60pt bold">
            <a:extLst>
              <a:ext uri="{FF2B5EF4-FFF2-40B4-BE49-F238E27FC236}">
                <a16:creationId xmlns:a16="http://schemas.microsoft.com/office/drawing/2014/main" id="{CFC6939F-E6E0-AF5E-107A-732227DF384D}"/>
              </a:ext>
            </a:extLst>
          </p:cNvPr>
          <p:cNvSpPr>
            <a:spLocks noGrp="1"/>
          </p:cNvSpPr>
          <p:nvPr>
            <p:ph idx="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Insert content here: 36pt">
            <a:extLst>
              <a:ext uri="{FF2B5EF4-FFF2-40B4-BE49-F238E27FC236}">
                <a16:creationId xmlns:a16="http://schemas.microsoft.com/office/drawing/2014/main" id="{12549489-14A0-4036-3ADF-A5CFA6171840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130D5BA1-FAAB-4047-57E5-3FC360A71884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88865D3-F550-75D1-08F4-6FED5B6BD2F5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Click to add figure caption">
            <a:extLst>
              <a:ext uri="{FF2B5EF4-FFF2-40B4-BE49-F238E27FC236}">
                <a16:creationId xmlns:a16="http://schemas.microsoft.com/office/drawing/2014/main" id="{FEB78321-A84F-79CA-BA1D-9C90AFC9B10B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Click to add figure caption">
            <a:extLst>
              <a:ext uri="{FF2B5EF4-FFF2-40B4-BE49-F238E27FC236}">
                <a16:creationId xmlns:a16="http://schemas.microsoft.com/office/drawing/2014/main" id="{F2385EF7-B37D-9F29-C32E-73EE9340733F}"/>
              </a:ext>
            </a:extLst>
          </p:cNvPr>
          <p:cNvSpPr>
            <a:spLocks noGrp="1"/>
          </p:cNvSpPr>
          <p:nvPr>
            <p:ph type="chart" sz="quarter" idx="5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FEA2316-0B20-E618-B2FD-FE51FB9D60DB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0B270288-114F-187B-3AD0-BD3BEC04F014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Heading: 60pt bold">
            <a:extLst>
              <a:ext uri="{FF2B5EF4-FFF2-40B4-BE49-F238E27FC236}">
                <a16:creationId xmlns:a16="http://schemas.microsoft.com/office/drawing/2014/main" id="{EE450FF6-893C-E1A5-5461-542607A8296D}"/>
              </a:ext>
            </a:extLst>
          </p:cNvPr>
          <p:cNvSpPr>
            <a:spLocks noGrp="1"/>
          </p:cNvSpPr>
          <p:nvPr>
            <p:ph idx="3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Insert content here: 36pt">
            <a:extLst>
              <a:ext uri="{FF2B5EF4-FFF2-40B4-BE49-F238E27FC236}">
                <a16:creationId xmlns:a16="http://schemas.microsoft.com/office/drawing/2014/main" id="{54A66A1D-6FF2-ABF2-58E2-F448842F344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Heading: 60pt bold">
            <a:extLst>
              <a:ext uri="{FF2B5EF4-FFF2-40B4-BE49-F238E27FC236}">
                <a16:creationId xmlns:a16="http://schemas.microsoft.com/office/drawing/2014/main" id="{95BC2BFC-C6F5-4C5B-10EE-7C4C84D92441}"/>
              </a:ext>
            </a:extLst>
          </p:cNvPr>
          <p:cNvSpPr>
            <a:spLocks noGrp="1"/>
          </p:cNvSpPr>
          <p:nvPr>
            <p:ph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Insert content here: 36pt">
            <a:extLst>
              <a:ext uri="{FF2B5EF4-FFF2-40B4-BE49-F238E27FC236}">
                <a16:creationId xmlns:a16="http://schemas.microsoft.com/office/drawing/2014/main" id="{54F9FA1E-92EF-8DAA-5AA2-EED6F9A172D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Insert references here: 30pt                                Lorem ipsum dolor sit amet, consectetuer">
            <a:extLst>
              <a:ext uri="{FF2B5EF4-FFF2-40B4-BE49-F238E27FC236}">
                <a16:creationId xmlns:a16="http://schemas.microsoft.com/office/drawing/2014/main" id="{5030E40F-53AE-7FA3-D964-A4BE84E006D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145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8F738214-8F9B-91AB-232E-1B0206BE1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48x36 vertical poster template — layout 2</a:t>
            </a:r>
          </a:p>
        </p:txBody>
      </p:sp>
      <p:sp>
        <p:nvSpPr>
          <p:cNvPr id="15" name="Logo or QRC">
            <a:extLst>
              <a:ext uri="{FF2B5EF4-FFF2-40B4-BE49-F238E27FC236}">
                <a16:creationId xmlns:a16="http://schemas.microsoft.com/office/drawing/2014/main" id="{5EC04617-C716-1448-45E2-BE6F3A7B7F1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Author(s): 60pt">
            <a:extLst>
              <a:ext uri="{FF2B5EF4-FFF2-40B4-BE49-F238E27FC236}">
                <a16:creationId xmlns:a16="http://schemas.microsoft.com/office/drawing/2014/main" id="{749A1F6F-9379-E7C7-159F-DD8E01CC425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Affiliation(s): 48pt">
            <a:extLst>
              <a:ext uri="{FF2B5EF4-FFF2-40B4-BE49-F238E27FC236}">
                <a16:creationId xmlns:a16="http://schemas.microsoft.com/office/drawing/2014/main" id="{E50CB9C1-1309-E242-3E0D-38E0607DDEE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Heading: 60pt bold">
            <a:extLst>
              <a:ext uri="{FF2B5EF4-FFF2-40B4-BE49-F238E27FC236}">
                <a16:creationId xmlns:a16="http://schemas.microsoft.com/office/drawing/2014/main" id="{A64494A9-5DB4-318F-E665-7CAE22277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Insert content here: 36pt">
            <a:extLst>
              <a:ext uri="{FF2B5EF4-FFF2-40B4-BE49-F238E27FC236}">
                <a16:creationId xmlns:a16="http://schemas.microsoft.com/office/drawing/2014/main" id="{AE66B122-5245-82C1-DF34-D9F7AB35846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Heading: 60pt bold">
            <a:extLst>
              <a:ext uri="{FF2B5EF4-FFF2-40B4-BE49-F238E27FC236}">
                <a16:creationId xmlns:a16="http://schemas.microsoft.com/office/drawing/2014/main" id="{D9F031FE-A0E3-8510-C32A-3D99843B5AC5}"/>
              </a:ext>
            </a:extLst>
          </p:cNvPr>
          <p:cNvSpPr>
            <a:spLocks noGrp="1"/>
          </p:cNvSpPr>
          <p:nvPr>
            <p:ph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Insert content here: 36pt">
            <a:extLst>
              <a:ext uri="{FF2B5EF4-FFF2-40B4-BE49-F238E27FC236}">
                <a16:creationId xmlns:a16="http://schemas.microsoft.com/office/drawing/2014/main" id="{FA91F923-B620-667A-F45C-5BF32858547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Graphical Abstract">
            <a:extLst>
              <a:ext uri="{FF2B5EF4-FFF2-40B4-BE49-F238E27FC236}">
                <a16:creationId xmlns:a16="http://schemas.microsoft.com/office/drawing/2014/main" id="{DEE0105F-57E6-978F-4060-3BF08F128760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Heading: 60pt bold">
            <a:extLst>
              <a:ext uri="{FF2B5EF4-FFF2-40B4-BE49-F238E27FC236}">
                <a16:creationId xmlns:a16="http://schemas.microsoft.com/office/drawing/2014/main" id="{6787955F-A897-F089-8416-210EF994115A}"/>
              </a:ext>
            </a:extLst>
          </p:cNvPr>
          <p:cNvSpPr>
            <a:spLocks noGrp="1"/>
          </p:cNvSpPr>
          <p:nvPr>
            <p:ph idx="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Insert content here: 36pt">
            <a:extLst>
              <a:ext uri="{FF2B5EF4-FFF2-40B4-BE49-F238E27FC236}">
                <a16:creationId xmlns:a16="http://schemas.microsoft.com/office/drawing/2014/main" id="{6CC0106B-EF90-953E-A5FB-1901E287DD1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7E2862A-AD88-D400-BC4F-6A721212F2F4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B40D3E2D-E4A7-DC2B-4587-A2AC4C5B2D63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Click to add figure caption">
            <a:extLst>
              <a:ext uri="{FF2B5EF4-FFF2-40B4-BE49-F238E27FC236}">
                <a16:creationId xmlns:a16="http://schemas.microsoft.com/office/drawing/2014/main" id="{665A1C98-57B4-B5B6-230C-94D40D08C735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Click to add figure caption">
            <a:extLst>
              <a:ext uri="{FF2B5EF4-FFF2-40B4-BE49-F238E27FC236}">
                <a16:creationId xmlns:a16="http://schemas.microsoft.com/office/drawing/2014/main" id="{3AFADFD6-66AD-0D3D-3285-C965768D8FC2}"/>
              </a:ext>
            </a:extLst>
          </p:cNvPr>
          <p:cNvSpPr>
            <a:spLocks noGrp="1"/>
          </p:cNvSpPr>
          <p:nvPr>
            <p:ph type="chart" sz="quarter" idx="5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Graphical Abstract">
            <a:extLst>
              <a:ext uri="{FF2B5EF4-FFF2-40B4-BE49-F238E27FC236}">
                <a16:creationId xmlns:a16="http://schemas.microsoft.com/office/drawing/2014/main" id="{07D02AE5-EDFE-E15E-06DC-19BFB378FE7A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0F230BB-F6D9-CF68-1C43-AF83FB9DD64C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88CE58BA-B48D-F4A6-9072-8E08D6988B92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Heading: 60pt bold">
            <a:extLst>
              <a:ext uri="{FF2B5EF4-FFF2-40B4-BE49-F238E27FC236}">
                <a16:creationId xmlns:a16="http://schemas.microsoft.com/office/drawing/2014/main" id="{D0992E44-A8B5-F9CD-4DFC-9BC03FCA8D1A}"/>
              </a:ext>
            </a:extLst>
          </p:cNvPr>
          <p:cNvSpPr>
            <a:spLocks noGrp="1"/>
          </p:cNvSpPr>
          <p:nvPr>
            <p:ph idx="3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Insert content here: 36pt">
            <a:extLst>
              <a:ext uri="{FF2B5EF4-FFF2-40B4-BE49-F238E27FC236}">
                <a16:creationId xmlns:a16="http://schemas.microsoft.com/office/drawing/2014/main" id="{89F50F89-EEA5-2664-68B9-59A36AA2159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Heading: 60pt bold">
            <a:extLst>
              <a:ext uri="{FF2B5EF4-FFF2-40B4-BE49-F238E27FC236}">
                <a16:creationId xmlns:a16="http://schemas.microsoft.com/office/drawing/2014/main" id="{0A9CE4F2-F816-257C-DC48-EC93F64CAF9A}"/>
              </a:ext>
            </a:extLst>
          </p:cNvPr>
          <p:cNvSpPr>
            <a:spLocks noGrp="1"/>
          </p:cNvSpPr>
          <p:nvPr>
            <p:ph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Insert content here: 36pt">
            <a:extLst>
              <a:ext uri="{FF2B5EF4-FFF2-40B4-BE49-F238E27FC236}">
                <a16:creationId xmlns:a16="http://schemas.microsoft.com/office/drawing/2014/main" id="{0F8F294D-B578-32DC-D950-EA7A0B2C5C1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Insert references here:">
            <a:extLst>
              <a:ext uri="{FF2B5EF4-FFF2-40B4-BE49-F238E27FC236}">
                <a16:creationId xmlns:a16="http://schemas.microsoft.com/office/drawing/2014/main" id="{16B10CB2-04DD-1437-E6D9-301E8D77FE6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024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ccessible slide title"/>
          <p:cNvSpPr/>
          <p:nvPr>
            <p:ph type="title"/>
          </p:nvPr>
        </p:nvSpPr>
        <p:spPr>
          <a:xfrm>
            <a:off x="0" y="-914400"/>
            <a:ext cx="20000000" cy="457200"/>
          </a:xfrm>
          <a:noFill/>
        </p:spPr>
        <p:txBody>
          <a:bodyPr/>
          <a:lstStyle/>
          <a:p>
            <a:r>
              <a:rPr lang="en-US" sz="2000"/>
              <a:t>48x36 vertical poster template — layout 3</a:t>
            </a:r>
          </a:p>
        </p:txBody>
      </p:sp>
      <p:sp>
        <p:nvSpPr>
          <p:cNvPr id="2" name="Super  Kewl  Title Goes Here">
            <a:extLst>
              <a:ext uri="{FF2B5EF4-FFF2-40B4-BE49-F238E27FC236}">
                <a16:creationId xmlns:a16="http://schemas.microsoft.com/office/drawing/2014/main" id="{D84BA31E-D9AF-F9FD-1B33-0199F97714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Author(s)">
            <a:extLst>
              <a:ext uri="{FF2B5EF4-FFF2-40B4-BE49-F238E27FC236}">
                <a16:creationId xmlns:a16="http://schemas.microsoft.com/office/drawing/2014/main" id="{35CA69F8-3D0C-53FB-0945-9D81DC7CB0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uggested boundaries for graphical abstract">
            <a:extLst>
              <a:ext uri="{FF2B5EF4-FFF2-40B4-BE49-F238E27FC236}">
                <a16:creationId xmlns:a16="http://schemas.microsoft.com/office/drawing/2014/main" id="{5BD3A0A6-9C35-36BF-07C2-B634F3C1884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ake-home message">
            <a:extLst>
              <a:ext uri="{FF2B5EF4-FFF2-40B4-BE49-F238E27FC236}">
                <a16:creationId xmlns:a16="http://schemas.microsoft.com/office/drawing/2014/main" id="{1AA9EEAD-190E-7A46-72F3-3650355D18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in message of Fig. 1">
            <a:extLst>
              <a:ext uri="{FF2B5EF4-FFF2-40B4-BE49-F238E27FC236}">
                <a16:creationId xmlns:a16="http://schemas.microsoft.com/office/drawing/2014/main" id="{0063EBEA-DA65-3BD8-3A56-0F1D03E0EE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uggested boundaries on Figure 1">
            <a:extLst>
              <a:ext uri="{FF2B5EF4-FFF2-40B4-BE49-F238E27FC236}">
                <a16:creationId xmlns:a16="http://schemas.microsoft.com/office/drawing/2014/main" id="{61258021-791A-EF15-10C9-790025F598D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Main message of Fig. 3">
            <a:extLst>
              <a:ext uri="{FF2B5EF4-FFF2-40B4-BE49-F238E27FC236}">
                <a16:creationId xmlns:a16="http://schemas.microsoft.com/office/drawing/2014/main" id="{3D7B4CF9-7571-CBB8-7145-FB48673944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Suggested boundaries on Figure 3">
            <a:extLst>
              <a:ext uri="{FF2B5EF4-FFF2-40B4-BE49-F238E27FC236}">
                <a16:creationId xmlns:a16="http://schemas.microsoft.com/office/drawing/2014/main" id="{A7A3104A-D7CE-1D8D-C999-0470D923EC0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&gt; 100 words">
            <a:extLst>
              <a:ext uri="{FF2B5EF4-FFF2-40B4-BE49-F238E27FC236}">
                <a16:creationId xmlns:a16="http://schemas.microsoft.com/office/drawing/2014/main" id="{0BA9562B-2115-CC46-9CD2-DCC72CD55F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Highlight 1 Highlight 2 Highlight 3">
            <a:extLst>
              <a:ext uri="{FF2B5EF4-FFF2-40B4-BE49-F238E27FC236}">
                <a16:creationId xmlns:a16="http://schemas.microsoft.com/office/drawing/2014/main" id="{6CAD02C1-A9DC-BB9C-9E77-95D0B6907A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Main message of Fig. 2">
            <a:extLst>
              <a:ext uri="{FF2B5EF4-FFF2-40B4-BE49-F238E27FC236}">
                <a16:creationId xmlns:a16="http://schemas.microsoft.com/office/drawing/2014/main" id="{02D366C6-2573-FDD1-03AE-F85C1A17E5F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uggested boundaries on Figure 2">
            <a:extLst>
              <a:ext uri="{FF2B5EF4-FFF2-40B4-BE49-F238E27FC236}">
                <a16:creationId xmlns:a16="http://schemas.microsoft.com/office/drawing/2014/main" id="{C0A2A1DF-75BC-BBD4-57A3-6DF4CB6B665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in message of Fig. 4">
            <a:extLst>
              <a:ext uri="{FF2B5EF4-FFF2-40B4-BE49-F238E27FC236}">
                <a16:creationId xmlns:a16="http://schemas.microsoft.com/office/drawing/2014/main" id="{032EA500-30AF-A84D-FFAA-0DA72CC7978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Suggested boundaries on Figure 4">
            <a:extLst>
              <a:ext uri="{FF2B5EF4-FFF2-40B4-BE49-F238E27FC236}">
                <a16:creationId xmlns:a16="http://schemas.microsoft.com/office/drawing/2014/main" id="{2B6EF771-4C50-FFF6-4A4B-E9347F5128F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References, Funding, Acknowledgements, etc.">
            <a:extLst>
              <a:ext uri="{FF2B5EF4-FFF2-40B4-BE49-F238E27FC236}">
                <a16:creationId xmlns:a16="http://schemas.microsoft.com/office/drawing/2014/main" id="{D72E9B01-BE78-597E-DD92-F898A08E541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004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212121"/>
      </a:dk1>
      <a:lt1>
        <a:srgbClr val="FEFDFA"/>
      </a:lt1>
      <a:dk2>
        <a:srgbClr val="D00000"/>
      </a:dk2>
      <a:lt2>
        <a:srgbClr val="C7C8CA"/>
      </a:lt2>
      <a:accent1>
        <a:srgbClr val="249AB5"/>
      </a:accent1>
      <a:accent2>
        <a:srgbClr val="BCCB2A"/>
      </a:accent2>
      <a:accent3>
        <a:srgbClr val="9C4300"/>
      </a:accent3>
      <a:accent4>
        <a:srgbClr val="005D83"/>
      </a:accent4>
      <a:accent5>
        <a:srgbClr val="FFD74F"/>
      </a:accent5>
      <a:accent6>
        <a:srgbClr val="A5228D"/>
      </a:accent6>
      <a:hlink>
        <a:srgbClr val="249AB5"/>
      </a:hlink>
      <a:folHlink>
        <a:srgbClr val="919191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</TotalTime>
  <Words>0</Words>
  <Application>Microsoft Macintosh PowerPoint</Application>
  <PresentationFormat>Custom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Atkinson Hyperlegible</vt:lpstr>
      <vt:lpstr>Avenir Light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48x36 vertical poster template</dc:title>
  <dc:creator>Emma Marshall</dc:creator>
  <cp:lastModifiedBy>Emma Marshall</cp:lastModifiedBy>
  <cp:revision>3</cp:revision>
  <dcterms:created xsi:type="dcterms:W3CDTF">2024-09-25T23:41:38Z</dcterms:created>
  <dcterms:modified xsi:type="dcterms:W3CDTF">2024-09-26T02:26:29Z</dcterms:modified>
</cp:coreProperties>
</file>